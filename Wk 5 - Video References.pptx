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71" r:id="rId2"/>
  </p:sldIdLst>
  <p:sldSz cx="9753600" cy="73152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nva Sans" panose="020B0604020202020204" charset="0"/>
      <p:regular r:id="rId8"/>
    </p:embeddedFont>
    <p:embeddedFont>
      <p:font typeface="Canva Sans Italics" panose="020B0604020202020204" charset="0"/>
      <p:regular r:id="rId9"/>
    </p:embeddedFont>
    <p:embeddedFont>
      <p:font typeface="Inter" panose="020B0604020202020204" charset="0"/>
      <p:regular r:id="rId10"/>
    </p:embeddedFont>
    <p:embeddedFont>
      <p:font typeface="Inter Italic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172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Kozlik" userId="8519ca66-60ae-4fdc-a2c4-cef116dcc472" providerId="ADAL" clId="{FC385FF1-3846-46E0-90AA-7896C8216D51}"/>
    <pc:docChg chg="delSld">
      <pc:chgData name="Jaime Kozlik" userId="8519ca66-60ae-4fdc-a2c4-cef116dcc472" providerId="ADAL" clId="{FC385FF1-3846-46E0-90AA-7896C8216D51}" dt="2025-03-17T23:57:32.236" v="14" actId="47"/>
      <pc:docMkLst>
        <pc:docMk/>
      </pc:docMkLst>
      <pc:sldChg chg="del">
        <pc:chgData name="Jaime Kozlik" userId="8519ca66-60ae-4fdc-a2c4-cef116dcc472" providerId="ADAL" clId="{FC385FF1-3846-46E0-90AA-7896C8216D51}" dt="2025-03-17T23:57:28.498" v="0" actId="47"/>
        <pc:sldMkLst>
          <pc:docMk/>
          <pc:sldMk cId="0" sldId="256"/>
        </pc:sldMkLst>
      </pc:sldChg>
      <pc:sldChg chg="del">
        <pc:chgData name="Jaime Kozlik" userId="8519ca66-60ae-4fdc-a2c4-cef116dcc472" providerId="ADAL" clId="{FC385FF1-3846-46E0-90AA-7896C8216D51}" dt="2025-03-17T23:57:28.985" v="1" actId="47"/>
        <pc:sldMkLst>
          <pc:docMk/>
          <pc:sldMk cId="0" sldId="257"/>
        </pc:sldMkLst>
      </pc:sldChg>
      <pc:sldChg chg="del">
        <pc:chgData name="Jaime Kozlik" userId="8519ca66-60ae-4fdc-a2c4-cef116dcc472" providerId="ADAL" clId="{FC385FF1-3846-46E0-90AA-7896C8216D51}" dt="2025-03-17T23:57:29.316" v="2" actId="47"/>
        <pc:sldMkLst>
          <pc:docMk/>
          <pc:sldMk cId="0" sldId="258"/>
        </pc:sldMkLst>
      </pc:sldChg>
      <pc:sldChg chg="del">
        <pc:chgData name="Jaime Kozlik" userId="8519ca66-60ae-4fdc-a2c4-cef116dcc472" providerId="ADAL" clId="{FC385FF1-3846-46E0-90AA-7896C8216D51}" dt="2025-03-17T23:57:29.518" v="3" actId="47"/>
        <pc:sldMkLst>
          <pc:docMk/>
          <pc:sldMk cId="0" sldId="259"/>
        </pc:sldMkLst>
      </pc:sldChg>
      <pc:sldChg chg="del">
        <pc:chgData name="Jaime Kozlik" userId="8519ca66-60ae-4fdc-a2c4-cef116dcc472" providerId="ADAL" clId="{FC385FF1-3846-46E0-90AA-7896C8216D51}" dt="2025-03-17T23:57:29.691" v="4" actId="47"/>
        <pc:sldMkLst>
          <pc:docMk/>
          <pc:sldMk cId="0" sldId="260"/>
        </pc:sldMkLst>
      </pc:sldChg>
      <pc:sldChg chg="del">
        <pc:chgData name="Jaime Kozlik" userId="8519ca66-60ae-4fdc-a2c4-cef116dcc472" providerId="ADAL" clId="{FC385FF1-3846-46E0-90AA-7896C8216D51}" dt="2025-03-17T23:57:29.836" v="5" actId="47"/>
        <pc:sldMkLst>
          <pc:docMk/>
          <pc:sldMk cId="0" sldId="261"/>
        </pc:sldMkLst>
      </pc:sldChg>
      <pc:sldChg chg="del">
        <pc:chgData name="Jaime Kozlik" userId="8519ca66-60ae-4fdc-a2c4-cef116dcc472" providerId="ADAL" clId="{FC385FF1-3846-46E0-90AA-7896C8216D51}" dt="2025-03-17T23:57:30.043" v="6" actId="47"/>
        <pc:sldMkLst>
          <pc:docMk/>
          <pc:sldMk cId="0" sldId="262"/>
        </pc:sldMkLst>
      </pc:sldChg>
      <pc:sldChg chg="del">
        <pc:chgData name="Jaime Kozlik" userId="8519ca66-60ae-4fdc-a2c4-cef116dcc472" providerId="ADAL" clId="{FC385FF1-3846-46E0-90AA-7896C8216D51}" dt="2025-03-17T23:57:30.293" v="7" actId="47"/>
        <pc:sldMkLst>
          <pc:docMk/>
          <pc:sldMk cId="0" sldId="263"/>
        </pc:sldMkLst>
      </pc:sldChg>
      <pc:sldChg chg="del">
        <pc:chgData name="Jaime Kozlik" userId="8519ca66-60ae-4fdc-a2c4-cef116dcc472" providerId="ADAL" clId="{FC385FF1-3846-46E0-90AA-7896C8216D51}" dt="2025-03-17T23:57:30.366" v="8" actId="47"/>
        <pc:sldMkLst>
          <pc:docMk/>
          <pc:sldMk cId="0" sldId="264"/>
        </pc:sldMkLst>
      </pc:sldChg>
      <pc:sldChg chg="del">
        <pc:chgData name="Jaime Kozlik" userId="8519ca66-60ae-4fdc-a2c4-cef116dcc472" providerId="ADAL" clId="{FC385FF1-3846-46E0-90AA-7896C8216D51}" dt="2025-03-17T23:57:30.654" v="9" actId="47"/>
        <pc:sldMkLst>
          <pc:docMk/>
          <pc:sldMk cId="0" sldId="265"/>
        </pc:sldMkLst>
      </pc:sldChg>
      <pc:sldChg chg="del">
        <pc:chgData name="Jaime Kozlik" userId="8519ca66-60ae-4fdc-a2c4-cef116dcc472" providerId="ADAL" clId="{FC385FF1-3846-46E0-90AA-7896C8216D51}" dt="2025-03-17T23:57:30.948" v="10" actId="47"/>
        <pc:sldMkLst>
          <pc:docMk/>
          <pc:sldMk cId="0" sldId="266"/>
        </pc:sldMkLst>
      </pc:sldChg>
      <pc:sldChg chg="del">
        <pc:chgData name="Jaime Kozlik" userId="8519ca66-60ae-4fdc-a2c4-cef116dcc472" providerId="ADAL" clId="{FC385FF1-3846-46E0-90AA-7896C8216D51}" dt="2025-03-17T23:57:31.188" v="11" actId="47"/>
        <pc:sldMkLst>
          <pc:docMk/>
          <pc:sldMk cId="0" sldId="267"/>
        </pc:sldMkLst>
      </pc:sldChg>
      <pc:sldChg chg="del">
        <pc:chgData name="Jaime Kozlik" userId="8519ca66-60ae-4fdc-a2c4-cef116dcc472" providerId="ADAL" clId="{FC385FF1-3846-46E0-90AA-7896C8216D51}" dt="2025-03-17T23:57:31.394" v="12" actId="47"/>
        <pc:sldMkLst>
          <pc:docMk/>
          <pc:sldMk cId="0" sldId="268"/>
        </pc:sldMkLst>
      </pc:sldChg>
      <pc:sldChg chg="del">
        <pc:chgData name="Jaime Kozlik" userId="8519ca66-60ae-4fdc-a2c4-cef116dcc472" providerId="ADAL" clId="{FC385FF1-3846-46E0-90AA-7896C8216D51}" dt="2025-03-17T23:57:31.868" v="13" actId="47"/>
        <pc:sldMkLst>
          <pc:docMk/>
          <pc:sldMk cId="0" sldId="269"/>
        </pc:sldMkLst>
      </pc:sldChg>
      <pc:sldChg chg="del">
        <pc:chgData name="Jaime Kozlik" userId="8519ca66-60ae-4fdc-a2c4-cef116dcc472" providerId="ADAL" clId="{FC385FF1-3846-46E0-90AA-7896C8216D51}" dt="2025-03-17T23:57:32.236" v="14" actId="4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219200" y="-1219200"/>
            <a:ext cx="7315200" cy="9753600"/>
          </a:xfrm>
          <a:custGeom>
            <a:avLst/>
            <a:gdLst/>
            <a:ahLst/>
            <a:cxnLst/>
            <a:rect l="l" t="t" r="r" b="b"/>
            <a:pathLst>
              <a:path w="7315200" h="9753600">
                <a:moveTo>
                  <a:pt x="7315200" y="0"/>
                </a:moveTo>
                <a:lnTo>
                  <a:pt x="7315200" y="9753600"/>
                </a:lnTo>
                <a:lnTo>
                  <a:pt x="0" y="9753600"/>
                </a:lnTo>
                <a:lnTo>
                  <a:pt x="0" y="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/>
            <a:stretch>
              <a:fillRect t="-6285" b="-628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1520" y="731520"/>
            <a:ext cx="3296926" cy="661898"/>
            <a:chOff x="0" y="0"/>
            <a:chExt cx="2024285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4285" cy="406400"/>
            </a:xfrm>
            <a:custGeom>
              <a:avLst/>
              <a:gdLst/>
              <a:ahLst/>
              <a:cxnLst/>
              <a:rect l="l" t="t" r="r" b="b"/>
              <a:pathLst>
                <a:path w="2024285" h="406400">
                  <a:moveTo>
                    <a:pt x="1821085" y="0"/>
                  </a:moveTo>
                  <a:cubicBezTo>
                    <a:pt x="1933309" y="0"/>
                    <a:pt x="2024285" y="90976"/>
                    <a:pt x="2024285" y="203200"/>
                  </a:cubicBezTo>
                  <a:cubicBezTo>
                    <a:pt x="2024285" y="315424"/>
                    <a:pt x="1933309" y="406400"/>
                    <a:pt x="18210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428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4274" y="864032"/>
            <a:ext cx="309141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74" y="1691335"/>
            <a:ext cx="7938279" cy="30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4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Acerbi, A. (2016). A cultural evolution approach to digital media. </a:t>
            </a:r>
            <a:r>
              <a:rPr lang="en-US" sz="143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Frontiers in Human            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5742" y="2056314"/>
            <a:ext cx="5885408" cy="23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Neuroscience. https://pmc.ncbi.nlm.nih.gov/articles/PMC5156828/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3770416"/>
            <a:ext cx="6560344" cy="23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Mazzeo, S. E., Weinstock, M., Vashro, T. N., Henning, T., &amp; Derrigo, K. (2024).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2162" y="4114840"/>
            <a:ext cx="7829854" cy="73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Mitigating harms of social media for adolescent body image and eating disorders: A Review. </a:t>
            </a: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Psychology Research and Behavior Management, 17. https://doi.org/10.2147/PRBM.S410600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2657913"/>
            <a:ext cx="8631138" cy="23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Liu, T., Cheng, Y., Luo, Y., Wang, Z., CheongIaoPang, P., Xia, Y., &amp; Lau, Y. (2024). The Impact of Social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5742" y="2999348"/>
            <a:ext cx="8276916" cy="48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Media on children’s mental health: A systematic scoping review. Healthcare, 12(2391). https://doi.org/10.3390/healthcare12232391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 Italics</vt:lpstr>
      <vt:lpstr>Canva Sans</vt:lpstr>
      <vt:lpstr>Canva Sans Italics</vt:lpstr>
      <vt:lpstr>Arial</vt:lpstr>
      <vt:lpstr>Calibri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</dc:title>
  <dc:creator>Jaime Kozlik</dc:creator>
  <cp:lastModifiedBy>Jaime Kozlik</cp:lastModifiedBy>
  <cp:revision>1</cp:revision>
  <dcterms:created xsi:type="dcterms:W3CDTF">2006-08-16T00:00:00Z</dcterms:created>
  <dcterms:modified xsi:type="dcterms:W3CDTF">2025-03-17T23:57:38Z</dcterms:modified>
  <dc:identifier>DAGiAU-XltU</dc:identifier>
</cp:coreProperties>
</file>