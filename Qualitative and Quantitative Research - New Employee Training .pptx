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Canva Sans Italics" panose="020B0604020202020204" charset="0"/>
      <p:regular r:id="rId9"/>
    </p:embeddedFont>
    <p:embeddedFont>
      <p:font typeface="IBM Plex Sans" panose="020B0503050203000203" pitchFamily="34" charset="0"/>
      <p:regular r:id="rId10"/>
      <p:bold r:id="rId11"/>
      <p:italic r:id="rId12"/>
      <p:boldItalic r:id="rId13"/>
    </p:embeddedFont>
    <p:embeddedFont>
      <p:font typeface="IBM Plex Sans Bold" panose="020B0803050203000203" charset="0"/>
      <p:regular r:id="rId14"/>
    </p:embeddedFont>
    <p:embeddedFont>
      <p:font typeface="IBM Plex Sans Condensed Bold" panose="020B0604020202020204" charset="0"/>
      <p:regular r:id="rId15"/>
    </p:embeddedFont>
    <p:embeddedFont>
      <p:font typeface="IBM Plex Sans Condensed Bold Italics" panose="020B0604020202020204" charset="0"/>
      <p:regular r:id="rId16"/>
    </p:embeddedFont>
    <p:embeddedFont>
      <p:font typeface="Open Sans" panose="020B0606030504020204" pitchFamily="3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81DF7-D3D5-4B3E-9E03-C5655F156FC1}" v="14" dt="2024-02-05T21:16:00.6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4959" autoAdjust="0"/>
  </p:normalViewPr>
  <p:slideViewPr>
    <p:cSldViewPr>
      <p:cViewPr>
        <p:scale>
          <a:sx n="60" d="100"/>
          <a:sy n="60" d="100"/>
        </p:scale>
        <p:origin x="1374" y="4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23" Type="http://schemas.microsoft.com/office/2015/10/relationships/revisionInfo" Target="revisionInfo.xml"/><Relationship Id="rId10" Type="http://schemas.openxmlformats.org/officeDocument/2006/relationships/font" Target="fonts/font2.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Kozlik" userId="8519ca66-60ae-4fdc-a2c4-cef116dcc472" providerId="ADAL" clId="{B3181DF7-D3D5-4B3E-9E03-C5655F156FC1}"/>
    <pc:docChg chg="undo custSel modSld">
      <pc:chgData name="Jaime Kozlik" userId="8519ca66-60ae-4fdc-a2c4-cef116dcc472" providerId="ADAL" clId="{B3181DF7-D3D5-4B3E-9E03-C5655F156FC1}" dt="2024-02-05T21:19:17.386" v="98" actId="20577"/>
      <pc:docMkLst>
        <pc:docMk/>
      </pc:docMkLst>
      <pc:sldChg chg="addSp modSp">
        <pc:chgData name="Jaime Kozlik" userId="8519ca66-60ae-4fdc-a2c4-cef116dcc472" providerId="ADAL" clId="{B3181DF7-D3D5-4B3E-9E03-C5655F156FC1}" dt="2024-02-05T21:15:54.572" v="69" actId="164"/>
        <pc:sldMkLst>
          <pc:docMk/>
          <pc:sldMk cId="0" sldId="256"/>
        </pc:sldMkLst>
        <pc:spChg chg="mod">
          <ac:chgData name="Jaime Kozlik" userId="8519ca66-60ae-4fdc-a2c4-cef116dcc472" providerId="ADAL" clId="{B3181DF7-D3D5-4B3E-9E03-C5655F156FC1}" dt="2024-02-05T21:15:54.572" v="69" actId="164"/>
          <ac:spMkLst>
            <pc:docMk/>
            <pc:sldMk cId="0" sldId="256"/>
            <ac:spMk id="2" creationId="{00000000-0000-0000-0000-000000000000}"/>
          </ac:spMkLst>
        </pc:spChg>
        <pc:spChg chg="mod">
          <ac:chgData name="Jaime Kozlik" userId="8519ca66-60ae-4fdc-a2c4-cef116dcc472" providerId="ADAL" clId="{B3181DF7-D3D5-4B3E-9E03-C5655F156FC1}" dt="2024-02-05T21:15:54.572" v="69" actId="164"/>
          <ac:spMkLst>
            <pc:docMk/>
            <pc:sldMk cId="0" sldId="256"/>
            <ac:spMk id="3" creationId="{00000000-0000-0000-0000-000000000000}"/>
          </ac:spMkLst>
        </pc:spChg>
        <pc:spChg chg="mod">
          <ac:chgData name="Jaime Kozlik" userId="8519ca66-60ae-4fdc-a2c4-cef116dcc472" providerId="ADAL" clId="{B3181DF7-D3D5-4B3E-9E03-C5655F156FC1}" dt="2024-02-05T21:15:54.572" v="69" actId="164"/>
          <ac:spMkLst>
            <pc:docMk/>
            <pc:sldMk cId="0" sldId="256"/>
            <ac:spMk id="4" creationId="{00000000-0000-0000-0000-000000000000}"/>
          </ac:spMkLst>
        </pc:spChg>
        <pc:spChg chg="mod">
          <ac:chgData name="Jaime Kozlik" userId="8519ca66-60ae-4fdc-a2c4-cef116dcc472" providerId="ADAL" clId="{B3181DF7-D3D5-4B3E-9E03-C5655F156FC1}" dt="2024-02-05T21:15:54.572" v="69" actId="164"/>
          <ac:spMkLst>
            <pc:docMk/>
            <pc:sldMk cId="0" sldId="256"/>
            <ac:spMk id="5" creationId="{00000000-0000-0000-0000-000000000000}"/>
          </ac:spMkLst>
        </pc:spChg>
        <pc:spChg chg="mod">
          <ac:chgData name="Jaime Kozlik" userId="8519ca66-60ae-4fdc-a2c4-cef116dcc472" providerId="ADAL" clId="{B3181DF7-D3D5-4B3E-9E03-C5655F156FC1}" dt="2024-02-05T21:15:54.572" v="69" actId="164"/>
          <ac:spMkLst>
            <pc:docMk/>
            <pc:sldMk cId="0" sldId="256"/>
            <ac:spMk id="6" creationId="{00000000-0000-0000-0000-000000000000}"/>
          </ac:spMkLst>
        </pc:spChg>
        <pc:spChg chg="mod">
          <ac:chgData name="Jaime Kozlik" userId="8519ca66-60ae-4fdc-a2c4-cef116dcc472" providerId="ADAL" clId="{B3181DF7-D3D5-4B3E-9E03-C5655F156FC1}" dt="2024-02-05T21:15:54.572" v="69" actId="164"/>
          <ac:spMkLst>
            <pc:docMk/>
            <pc:sldMk cId="0" sldId="256"/>
            <ac:spMk id="7" creationId="{00000000-0000-0000-0000-000000000000}"/>
          </ac:spMkLst>
        </pc:spChg>
        <pc:grpChg chg="add mod">
          <ac:chgData name="Jaime Kozlik" userId="8519ca66-60ae-4fdc-a2c4-cef116dcc472" providerId="ADAL" clId="{B3181DF7-D3D5-4B3E-9E03-C5655F156FC1}" dt="2024-02-05T21:15:54.572" v="69" actId="164"/>
          <ac:grpSpMkLst>
            <pc:docMk/>
            <pc:sldMk cId="0" sldId="256"/>
            <ac:grpSpMk id="8" creationId="{B41536C2-5C5C-B6D2-2363-99D4218202E3}"/>
          </ac:grpSpMkLst>
        </pc:grpChg>
      </pc:sldChg>
      <pc:sldChg chg="addSp delSp modSp mod">
        <pc:chgData name="Jaime Kozlik" userId="8519ca66-60ae-4fdc-a2c4-cef116dcc472" providerId="ADAL" clId="{B3181DF7-D3D5-4B3E-9E03-C5655F156FC1}" dt="2024-02-05T21:15:58.226" v="70" actId="164"/>
        <pc:sldMkLst>
          <pc:docMk/>
          <pc:sldMk cId="0" sldId="257"/>
        </pc:sldMkLst>
        <pc:spChg chg="mod">
          <ac:chgData name="Jaime Kozlik" userId="8519ca66-60ae-4fdc-a2c4-cef116dcc472" providerId="ADAL" clId="{B3181DF7-D3D5-4B3E-9E03-C5655F156FC1}" dt="2024-02-05T21:15:58.226" v="70" actId="164"/>
          <ac:spMkLst>
            <pc:docMk/>
            <pc:sldMk cId="0" sldId="257"/>
            <ac:spMk id="2" creationId="{00000000-0000-0000-0000-000000000000}"/>
          </ac:spMkLst>
        </pc:spChg>
        <pc:spChg chg="mod">
          <ac:chgData name="Jaime Kozlik" userId="8519ca66-60ae-4fdc-a2c4-cef116dcc472" providerId="ADAL" clId="{B3181DF7-D3D5-4B3E-9E03-C5655F156FC1}" dt="2024-02-05T21:15:58.226" v="70" actId="164"/>
          <ac:spMkLst>
            <pc:docMk/>
            <pc:sldMk cId="0" sldId="257"/>
            <ac:spMk id="3" creationId="{00000000-0000-0000-0000-000000000000}"/>
          </ac:spMkLst>
        </pc:spChg>
        <pc:spChg chg="mod">
          <ac:chgData name="Jaime Kozlik" userId="8519ca66-60ae-4fdc-a2c4-cef116dcc472" providerId="ADAL" clId="{B3181DF7-D3D5-4B3E-9E03-C5655F156FC1}" dt="2024-02-05T21:15:58.226" v="70" actId="164"/>
          <ac:spMkLst>
            <pc:docMk/>
            <pc:sldMk cId="0" sldId="257"/>
            <ac:spMk id="4" creationId="{00000000-0000-0000-0000-000000000000}"/>
          </ac:spMkLst>
        </pc:spChg>
        <pc:spChg chg="mod">
          <ac:chgData name="Jaime Kozlik" userId="8519ca66-60ae-4fdc-a2c4-cef116dcc472" providerId="ADAL" clId="{B3181DF7-D3D5-4B3E-9E03-C5655F156FC1}" dt="2024-02-05T21:15:58.226" v="70" actId="164"/>
          <ac:spMkLst>
            <pc:docMk/>
            <pc:sldMk cId="0" sldId="257"/>
            <ac:spMk id="5" creationId="{00000000-0000-0000-0000-000000000000}"/>
          </ac:spMkLst>
        </pc:spChg>
        <pc:spChg chg="mod">
          <ac:chgData name="Jaime Kozlik" userId="8519ca66-60ae-4fdc-a2c4-cef116dcc472" providerId="ADAL" clId="{B3181DF7-D3D5-4B3E-9E03-C5655F156FC1}" dt="2024-02-05T21:14:25.177" v="54" actId="164"/>
          <ac:spMkLst>
            <pc:docMk/>
            <pc:sldMk cId="0" sldId="257"/>
            <ac:spMk id="6" creationId="{00000000-0000-0000-0000-000000000000}"/>
          </ac:spMkLst>
        </pc:spChg>
        <pc:spChg chg="mod">
          <ac:chgData name="Jaime Kozlik" userId="8519ca66-60ae-4fdc-a2c4-cef116dcc472" providerId="ADAL" clId="{B3181DF7-D3D5-4B3E-9E03-C5655F156FC1}" dt="2024-02-05T21:13:00.590" v="29" actId="164"/>
          <ac:spMkLst>
            <pc:docMk/>
            <pc:sldMk cId="0" sldId="257"/>
            <ac:spMk id="7" creationId="{00000000-0000-0000-0000-000000000000}"/>
          </ac:spMkLst>
        </pc:spChg>
        <pc:spChg chg="mod">
          <ac:chgData name="Jaime Kozlik" userId="8519ca66-60ae-4fdc-a2c4-cef116dcc472" providerId="ADAL" clId="{B3181DF7-D3D5-4B3E-9E03-C5655F156FC1}" dt="2024-02-05T21:13:36.851" v="46" actId="20577"/>
          <ac:spMkLst>
            <pc:docMk/>
            <pc:sldMk cId="0" sldId="257"/>
            <ac:spMk id="8" creationId="{00000000-0000-0000-0000-000000000000}"/>
          </ac:spMkLst>
        </pc:spChg>
        <pc:spChg chg="del mod">
          <ac:chgData name="Jaime Kozlik" userId="8519ca66-60ae-4fdc-a2c4-cef116dcc472" providerId="ADAL" clId="{B3181DF7-D3D5-4B3E-9E03-C5655F156FC1}" dt="2024-02-05T21:13:39.621" v="47" actId="478"/>
          <ac:spMkLst>
            <pc:docMk/>
            <pc:sldMk cId="0" sldId="257"/>
            <ac:spMk id="9" creationId="{00000000-0000-0000-0000-000000000000}"/>
          </ac:spMkLst>
        </pc:spChg>
        <pc:spChg chg="mod">
          <ac:chgData name="Jaime Kozlik" userId="8519ca66-60ae-4fdc-a2c4-cef116dcc472" providerId="ADAL" clId="{B3181DF7-D3D5-4B3E-9E03-C5655F156FC1}" dt="2024-02-05T21:14:25.177" v="54" actId="164"/>
          <ac:spMkLst>
            <pc:docMk/>
            <pc:sldMk cId="0" sldId="257"/>
            <ac:spMk id="10" creationId="{00000000-0000-0000-0000-000000000000}"/>
          </ac:spMkLst>
        </pc:spChg>
        <pc:spChg chg="mod">
          <ac:chgData name="Jaime Kozlik" userId="8519ca66-60ae-4fdc-a2c4-cef116dcc472" providerId="ADAL" clId="{B3181DF7-D3D5-4B3E-9E03-C5655F156FC1}" dt="2024-02-05T21:13:00.590" v="29" actId="164"/>
          <ac:spMkLst>
            <pc:docMk/>
            <pc:sldMk cId="0" sldId="257"/>
            <ac:spMk id="11" creationId="{00000000-0000-0000-0000-000000000000}"/>
          </ac:spMkLst>
        </pc:spChg>
        <pc:spChg chg="add mod">
          <ac:chgData name="Jaime Kozlik" userId="8519ca66-60ae-4fdc-a2c4-cef116dcc472" providerId="ADAL" clId="{B3181DF7-D3D5-4B3E-9E03-C5655F156FC1}" dt="2024-02-05T21:14:25.177" v="54" actId="164"/>
          <ac:spMkLst>
            <pc:docMk/>
            <pc:sldMk cId="0" sldId="257"/>
            <ac:spMk id="17" creationId="{F6781986-0BA1-9967-6565-E0291CDC88F7}"/>
          </ac:spMkLst>
        </pc:spChg>
        <pc:grpChg chg="add mod">
          <ac:chgData name="Jaime Kozlik" userId="8519ca66-60ae-4fdc-a2c4-cef116dcc472" providerId="ADAL" clId="{B3181DF7-D3D5-4B3E-9E03-C5655F156FC1}" dt="2024-02-05T21:15:58.226" v="70" actId="164"/>
          <ac:grpSpMkLst>
            <pc:docMk/>
            <pc:sldMk cId="0" sldId="257"/>
            <ac:grpSpMk id="16" creationId="{50F1E9EE-95FA-7F1F-077E-1AE5913DD85F}"/>
          </ac:grpSpMkLst>
        </pc:grpChg>
        <pc:grpChg chg="add mod">
          <ac:chgData name="Jaime Kozlik" userId="8519ca66-60ae-4fdc-a2c4-cef116dcc472" providerId="ADAL" clId="{B3181DF7-D3D5-4B3E-9E03-C5655F156FC1}" dt="2024-02-05T21:15:58.226" v="70" actId="164"/>
          <ac:grpSpMkLst>
            <pc:docMk/>
            <pc:sldMk cId="0" sldId="257"/>
            <ac:grpSpMk id="18" creationId="{023CA627-74AE-D552-BD43-53AC51B8D90E}"/>
          </ac:grpSpMkLst>
        </pc:grpChg>
        <pc:grpChg chg="add mod">
          <ac:chgData name="Jaime Kozlik" userId="8519ca66-60ae-4fdc-a2c4-cef116dcc472" providerId="ADAL" clId="{B3181DF7-D3D5-4B3E-9E03-C5655F156FC1}" dt="2024-02-05T21:15:58.226" v="70" actId="164"/>
          <ac:grpSpMkLst>
            <pc:docMk/>
            <pc:sldMk cId="0" sldId="257"/>
            <ac:grpSpMk id="19" creationId="{9E85E424-3802-0C86-9590-67BE316CA054}"/>
          </ac:grpSpMkLst>
        </pc:grpChg>
        <pc:picChg chg="add mod">
          <ac:chgData name="Jaime Kozlik" userId="8519ca66-60ae-4fdc-a2c4-cef116dcc472" providerId="ADAL" clId="{B3181DF7-D3D5-4B3E-9E03-C5655F156FC1}" dt="2024-02-05T21:15:58.226" v="70" actId="164"/>
          <ac:picMkLst>
            <pc:docMk/>
            <pc:sldMk cId="0" sldId="257"/>
            <ac:picMk id="13" creationId="{895A6037-06B2-2478-1945-48174055E720}"/>
          </ac:picMkLst>
        </pc:picChg>
        <pc:picChg chg="add mod">
          <ac:chgData name="Jaime Kozlik" userId="8519ca66-60ae-4fdc-a2c4-cef116dcc472" providerId="ADAL" clId="{B3181DF7-D3D5-4B3E-9E03-C5655F156FC1}" dt="2024-02-05T21:15:58.226" v="70" actId="164"/>
          <ac:picMkLst>
            <pc:docMk/>
            <pc:sldMk cId="0" sldId="257"/>
            <ac:picMk id="15" creationId="{D1A6E37C-70A0-81BA-3352-ADB3D2DC938D}"/>
          </ac:picMkLst>
        </pc:picChg>
      </pc:sldChg>
      <pc:sldChg chg="addSp modSp mod">
        <pc:chgData name="Jaime Kozlik" userId="8519ca66-60ae-4fdc-a2c4-cef116dcc472" providerId="ADAL" clId="{B3181DF7-D3D5-4B3E-9E03-C5655F156FC1}" dt="2024-02-05T21:16:00.685" v="71" actId="164"/>
        <pc:sldMkLst>
          <pc:docMk/>
          <pc:sldMk cId="0" sldId="258"/>
        </pc:sldMkLst>
        <pc:spChg chg="mod">
          <ac:chgData name="Jaime Kozlik" userId="8519ca66-60ae-4fdc-a2c4-cef116dcc472" providerId="ADAL" clId="{B3181DF7-D3D5-4B3E-9E03-C5655F156FC1}" dt="2024-02-05T21:16:00.685" v="71" actId="164"/>
          <ac:spMkLst>
            <pc:docMk/>
            <pc:sldMk cId="0" sldId="258"/>
            <ac:spMk id="2" creationId="{00000000-0000-0000-0000-000000000000}"/>
          </ac:spMkLst>
        </pc:spChg>
        <pc:spChg chg="mod">
          <ac:chgData name="Jaime Kozlik" userId="8519ca66-60ae-4fdc-a2c4-cef116dcc472" providerId="ADAL" clId="{B3181DF7-D3D5-4B3E-9E03-C5655F156FC1}" dt="2024-02-05T21:16:00.685" v="71" actId="164"/>
          <ac:spMkLst>
            <pc:docMk/>
            <pc:sldMk cId="0" sldId="258"/>
            <ac:spMk id="5" creationId="{00000000-0000-0000-0000-000000000000}"/>
          </ac:spMkLst>
        </pc:spChg>
        <pc:spChg chg="mod">
          <ac:chgData name="Jaime Kozlik" userId="8519ca66-60ae-4fdc-a2c4-cef116dcc472" providerId="ADAL" clId="{B3181DF7-D3D5-4B3E-9E03-C5655F156FC1}" dt="2024-02-05T21:15:26.113" v="63" actId="164"/>
          <ac:spMkLst>
            <pc:docMk/>
            <pc:sldMk cId="0" sldId="258"/>
            <ac:spMk id="6" creationId="{00000000-0000-0000-0000-000000000000}"/>
          </ac:spMkLst>
        </pc:spChg>
        <pc:spChg chg="mod">
          <ac:chgData name="Jaime Kozlik" userId="8519ca66-60ae-4fdc-a2c4-cef116dcc472" providerId="ADAL" clId="{B3181DF7-D3D5-4B3E-9E03-C5655F156FC1}" dt="2024-02-05T21:15:29.118" v="64" actId="164"/>
          <ac:spMkLst>
            <pc:docMk/>
            <pc:sldMk cId="0" sldId="258"/>
            <ac:spMk id="7" creationId="{00000000-0000-0000-0000-000000000000}"/>
          </ac:spMkLst>
        </pc:spChg>
        <pc:spChg chg="mod">
          <ac:chgData name="Jaime Kozlik" userId="8519ca66-60ae-4fdc-a2c4-cef116dcc472" providerId="ADAL" clId="{B3181DF7-D3D5-4B3E-9E03-C5655F156FC1}" dt="2024-02-05T21:15:26.113" v="63" actId="164"/>
          <ac:spMkLst>
            <pc:docMk/>
            <pc:sldMk cId="0" sldId="258"/>
            <ac:spMk id="8" creationId="{00000000-0000-0000-0000-000000000000}"/>
          </ac:spMkLst>
        </pc:spChg>
        <pc:spChg chg="mod">
          <ac:chgData name="Jaime Kozlik" userId="8519ca66-60ae-4fdc-a2c4-cef116dcc472" providerId="ADAL" clId="{B3181DF7-D3D5-4B3E-9E03-C5655F156FC1}" dt="2024-02-05T21:15:26.113" v="63" actId="164"/>
          <ac:spMkLst>
            <pc:docMk/>
            <pc:sldMk cId="0" sldId="258"/>
            <ac:spMk id="9" creationId="{00000000-0000-0000-0000-000000000000}"/>
          </ac:spMkLst>
        </pc:spChg>
        <pc:spChg chg="mod">
          <ac:chgData name="Jaime Kozlik" userId="8519ca66-60ae-4fdc-a2c4-cef116dcc472" providerId="ADAL" clId="{B3181DF7-D3D5-4B3E-9E03-C5655F156FC1}" dt="2024-02-05T21:15:31.686" v="65" actId="164"/>
          <ac:spMkLst>
            <pc:docMk/>
            <pc:sldMk cId="0" sldId="258"/>
            <ac:spMk id="10" creationId="{00000000-0000-0000-0000-000000000000}"/>
          </ac:spMkLst>
        </pc:spChg>
        <pc:spChg chg="mod">
          <ac:chgData name="Jaime Kozlik" userId="8519ca66-60ae-4fdc-a2c4-cef116dcc472" providerId="ADAL" clId="{B3181DF7-D3D5-4B3E-9E03-C5655F156FC1}" dt="2024-02-05T21:15:29.118" v="64" actId="164"/>
          <ac:spMkLst>
            <pc:docMk/>
            <pc:sldMk cId="0" sldId="258"/>
            <ac:spMk id="11" creationId="{00000000-0000-0000-0000-000000000000}"/>
          </ac:spMkLst>
        </pc:spChg>
        <pc:grpChg chg="mod">
          <ac:chgData name="Jaime Kozlik" userId="8519ca66-60ae-4fdc-a2c4-cef116dcc472" providerId="ADAL" clId="{B3181DF7-D3D5-4B3E-9E03-C5655F156FC1}" dt="2024-02-05T21:16:00.685" v="71" actId="164"/>
          <ac:grpSpMkLst>
            <pc:docMk/>
            <pc:sldMk cId="0" sldId="258"/>
            <ac:grpSpMk id="12" creationId="{07E1700F-0D7B-E4FD-61DB-C762054EB970}"/>
          </ac:grpSpMkLst>
        </pc:grpChg>
        <pc:grpChg chg="add mod">
          <ac:chgData name="Jaime Kozlik" userId="8519ca66-60ae-4fdc-a2c4-cef116dcc472" providerId="ADAL" clId="{B3181DF7-D3D5-4B3E-9E03-C5655F156FC1}" dt="2024-02-05T21:16:00.685" v="71" actId="164"/>
          <ac:grpSpMkLst>
            <pc:docMk/>
            <pc:sldMk cId="0" sldId="258"/>
            <ac:grpSpMk id="13" creationId="{FABBB34C-4DD3-5E0F-EDE1-33C2D5FFDD54}"/>
          </ac:grpSpMkLst>
        </pc:grpChg>
        <pc:grpChg chg="add mod">
          <ac:chgData name="Jaime Kozlik" userId="8519ca66-60ae-4fdc-a2c4-cef116dcc472" providerId="ADAL" clId="{B3181DF7-D3D5-4B3E-9E03-C5655F156FC1}" dt="2024-02-05T21:15:31.686" v="65" actId="164"/>
          <ac:grpSpMkLst>
            <pc:docMk/>
            <pc:sldMk cId="0" sldId="258"/>
            <ac:grpSpMk id="14" creationId="{80F11737-E5E6-A769-5A9D-301F023C3BC0}"/>
          </ac:grpSpMkLst>
        </pc:grpChg>
        <pc:grpChg chg="add mod">
          <ac:chgData name="Jaime Kozlik" userId="8519ca66-60ae-4fdc-a2c4-cef116dcc472" providerId="ADAL" clId="{B3181DF7-D3D5-4B3E-9E03-C5655F156FC1}" dt="2024-02-05T21:16:00.685" v="71" actId="164"/>
          <ac:grpSpMkLst>
            <pc:docMk/>
            <pc:sldMk cId="0" sldId="258"/>
            <ac:grpSpMk id="15" creationId="{5F8CD13A-084E-1EAD-2383-86FDD32326DC}"/>
          </ac:grpSpMkLst>
        </pc:grpChg>
        <pc:grpChg chg="add mod">
          <ac:chgData name="Jaime Kozlik" userId="8519ca66-60ae-4fdc-a2c4-cef116dcc472" providerId="ADAL" clId="{B3181DF7-D3D5-4B3E-9E03-C5655F156FC1}" dt="2024-02-05T21:16:00.685" v="71" actId="164"/>
          <ac:grpSpMkLst>
            <pc:docMk/>
            <pc:sldMk cId="0" sldId="258"/>
            <ac:grpSpMk id="16" creationId="{08B3BEF2-A430-8D78-981F-4B9704AEAE92}"/>
          </ac:grpSpMkLst>
        </pc:grpChg>
      </pc:sldChg>
      <pc:sldChg chg="addSp modSp">
        <pc:chgData name="Jaime Kozlik" userId="8519ca66-60ae-4fdc-a2c4-cef116dcc472" providerId="ADAL" clId="{B3181DF7-D3D5-4B3E-9E03-C5655F156FC1}" dt="2024-02-05T21:15:36.114" v="66" actId="164"/>
        <pc:sldMkLst>
          <pc:docMk/>
          <pc:sldMk cId="0" sldId="259"/>
        </pc:sldMkLst>
        <pc:spChg chg="mod">
          <ac:chgData name="Jaime Kozlik" userId="8519ca66-60ae-4fdc-a2c4-cef116dcc472" providerId="ADAL" clId="{B3181DF7-D3D5-4B3E-9E03-C5655F156FC1}" dt="2024-02-05T21:15:36.114" v="66" actId="164"/>
          <ac:spMkLst>
            <pc:docMk/>
            <pc:sldMk cId="0" sldId="259"/>
            <ac:spMk id="2" creationId="{00000000-0000-0000-0000-000000000000}"/>
          </ac:spMkLst>
        </pc:spChg>
        <pc:spChg chg="mod">
          <ac:chgData name="Jaime Kozlik" userId="8519ca66-60ae-4fdc-a2c4-cef116dcc472" providerId="ADAL" clId="{B3181DF7-D3D5-4B3E-9E03-C5655F156FC1}" dt="2024-02-05T21:15:36.114" v="66" actId="164"/>
          <ac:spMkLst>
            <pc:docMk/>
            <pc:sldMk cId="0" sldId="259"/>
            <ac:spMk id="3" creationId="{00000000-0000-0000-0000-000000000000}"/>
          </ac:spMkLst>
        </pc:spChg>
        <pc:spChg chg="mod">
          <ac:chgData name="Jaime Kozlik" userId="8519ca66-60ae-4fdc-a2c4-cef116dcc472" providerId="ADAL" clId="{B3181DF7-D3D5-4B3E-9E03-C5655F156FC1}" dt="2024-02-05T21:15:36.114" v="66" actId="164"/>
          <ac:spMkLst>
            <pc:docMk/>
            <pc:sldMk cId="0" sldId="259"/>
            <ac:spMk id="4" creationId="{00000000-0000-0000-0000-000000000000}"/>
          </ac:spMkLst>
        </pc:spChg>
        <pc:spChg chg="mod">
          <ac:chgData name="Jaime Kozlik" userId="8519ca66-60ae-4fdc-a2c4-cef116dcc472" providerId="ADAL" clId="{B3181DF7-D3D5-4B3E-9E03-C5655F156FC1}" dt="2024-02-05T21:15:36.114" v="66" actId="164"/>
          <ac:spMkLst>
            <pc:docMk/>
            <pc:sldMk cId="0" sldId="259"/>
            <ac:spMk id="5" creationId="{00000000-0000-0000-0000-000000000000}"/>
          </ac:spMkLst>
        </pc:spChg>
        <pc:spChg chg="mod">
          <ac:chgData name="Jaime Kozlik" userId="8519ca66-60ae-4fdc-a2c4-cef116dcc472" providerId="ADAL" clId="{B3181DF7-D3D5-4B3E-9E03-C5655F156FC1}" dt="2024-02-05T21:15:36.114" v="66" actId="164"/>
          <ac:spMkLst>
            <pc:docMk/>
            <pc:sldMk cId="0" sldId="259"/>
            <ac:spMk id="6" creationId="{00000000-0000-0000-0000-000000000000}"/>
          </ac:spMkLst>
        </pc:spChg>
        <pc:spChg chg="mod">
          <ac:chgData name="Jaime Kozlik" userId="8519ca66-60ae-4fdc-a2c4-cef116dcc472" providerId="ADAL" clId="{B3181DF7-D3D5-4B3E-9E03-C5655F156FC1}" dt="2024-02-05T21:15:36.114" v="66" actId="164"/>
          <ac:spMkLst>
            <pc:docMk/>
            <pc:sldMk cId="0" sldId="259"/>
            <ac:spMk id="7" creationId="{00000000-0000-0000-0000-000000000000}"/>
          </ac:spMkLst>
        </pc:spChg>
        <pc:spChg chg="mod">
          <ac:chgData name="Jaime Kozlik" userId="8519ca66-60ae-4fdc-a2c4-cef116dcc472" providerId="ADAL" clId="{B3181DF7-D3D5-4B3E-9E03-C5655F156FC1}" dt="2024-02-05T21:15:36.114" v="66" actId="164"/>
          <ac:spMkLst>
            <pc:docMk/>
            <pc:sldMk cId="0" sldId="259"/>
            <ac:spMk id="8" creationId="{00000000-0000-0000-0000-000000000000}"/>
          </ac:spMkLst>
        </pc:spChg>
        <pc:spChg chg="mod">
          <ac:chgData name="Jaime Kozlik" userId="8519ca66-60ae-4fdc-a2c4-cef116dcc472" providerId="ADAL" clId="{B3181DF7-D3D5-4B3E-9E03-C5655F156FC1}" dt="2024-02-05T21:15:36.114" v="66" actId="164"/>
          <ac:spMkLst>
            <pc:docMk/>
            <pc:sldMk cId="0" sldId="259"/>
            <ac:spMk id="9" creationId="{00000000-0000-0000-0000-000000000000}"/>
          </ac:spMkLst>
        </pc:spChg>
        <pc:spChg chg="mod">
          <ac:chgData name="Jaime Kozlik" userId="8519ca66-60ae-4fdc-a2c4-cef116dcc472" providerId="ADAL" clId="{B3181DF7-D3D5-4B3E-9E03-C5655F156FC1}" dt="2024-02-05T21:15:36.114" v="66" actId="164"/>
          <ac:spMkLst>
            <pc:docMk/>
            <pc:sldMk cId="0" sldId="259"/>
            <ac:spMk id="10" creationId="{00000000-0000-0000-0000-000000000000}"/>
          </ac:spMkLst>
        </pc:spChg>
        <pc:spChg chg="mod">
          <ac:chgData name="Jaime Kozlik" userId="8519ca66-60ae-4fdc-a2c4-cef116dcc472" providerId="ADAL" clId="{B3181DF7-D3D5-4B3E-9E03-C5655F156FC1}" dt="2024-02-05T21:15:36.114" v="66" actId="164"/>
          <ac:spMkLst>
            <pc:docMk/>
            <pc:sldMk cId="0" sldId="259"/>
            <ac:spMk id="11" creationId="{00000000-0000-0000-0000-000000000000}"/>
          </ac:spMkLst>
        </pc:spChg>
        <pc:spChg chg="mod">
          <ac:chgData name="Jaime Kozlik" userId="8519ca66-60ae-4fdc-a2c4-cef116dcc472" providerId="ADAL" clId="{B3181DF7-D3D5-4B3E-9E03-C5655F156FC1}" dt="2024-02-05T21:15:36.114" v="66" actId="164"/>
          <ac:spMkLst>
            <pc:docMk/>
            <pc:sldMk cId="0" sldId="259"/>
            <ac:spMk id="12" creationId="{00000000-0000-0000-0000-000000000000}"/>
          </ac:spMkLst>
        </pc:spChg>
        <pc:spChg chg="mod">
          <ac:chgData name="Jaime Kozlik" userId="8519ca66-60ae-4fdc-a2c4-cef116dcc472" providerId="ADAL" clId="{B3181DF7-D3D5-4B3E-9E03-C5655F156FC1}" dt="2024-02-05T21:15:36.114" v="66" actId="164"/>
          <ac:spMkLst>
            <pc:docMk/>
            <pc:sldMk cId="0" sldId="259"/>
            <ac:spMk id="13" creationId="{00000000-0000-0000-0000-000000000000}"/>
          </ac:spMkLst>
        </pc:spChg>
        <pc:spChg chg="mod">
          <ac:chgData name="Jaime Kozlik" userId="8519ca66-60ae-4fdc-a2c4-cef116dcc472" providerId="ADAL" clId="{B3181DF7-D3D5-4B3E-9E03-C5655F156FC1}" dt="2024-02-05T21:15:36.114" v="66" actId="164"/>
          <ac:spMkLst>
            <pc:docMk/>
            <pc:sldMk cId="0" sldId="259"/>
            <ac:spMk id="14" creationId="{00000000-0000-0000-0000-000000000000}"/>
          </ac:spMkLst>
        </pc:spChg>
        <pc:spChg chg="mod">
          <ac:chgData name="Jaime Kozlik" userId="8519ca66-60ae-4fdc-a2c4-cef116dcc472" providerId="ADAL" clId="{B3181DF7-D3D5-4B3E-9E03-C5655F156FC1}" dt="2024-02-05T21:15:36.114" v="66" actId="164"/>
          <ac:spMkLst>
            <pc:docMk/>
            <pc:sldMk cId="0" sldId="259"/>
            <ac:spMk id="15" creationId="{00000000-0000-0000-0000-000000000000}"/>
          </ac:spMkLst>
        </pc:spChg>
        <pc:spChg chg="mod">
          <ac:chgData name="Jaime Kozlik" userId="8519ca66-60ae-4fdc-a2c4-cef116dcc472" providerId="ADAL" clId="{B3181DF7-D3D5-4B3E-9E03-C5655F156FC1}" dt="2024-02-05T21:15:36.114" v="66" actId="164"/>
          <ac:spMkLst>
            <pc:docMk/>
            <pc:sldMk cId="0" sldId="259"/>
            <ac:spMk id="16" creationId="{00000000-0000-0000-0000-000000000000}"/>
          </ac:spMkLst>
        </pc:spChg>
        <pc:grpChg chg="add mod">
          <ac:chgData name="Jaime Kozlik" userId="8519ca66-60ae-4fdc-a2c4-cef116dcc472" providerId="ADAL" clId="{B3181DF7-D3D5-4B3E-9E03-C5655F156FC1}" dt="2024-02-05T21:15:36.114" v="66" actId="164"/>
          <ac:grpSpMkLst>
            <pc:docMk/>
            <pc:sldMk cId="0" sldId="259"/>
            <ac:grpSpMk id="17" creationId="{C2BF9081-BC3F-C397-E92D-61C3E55E6661}"/>
          </ac:grpSpMkLst>
        </pc:grpChg>
      </pc:sldChg>
      <pc:sldChg chg="addSp modSp">
        <pc:chgData name="Jaime Kozlik" userId="8519ca66-60ae-4fdc-a2c4-cef116dcc472" providerId="ADAL" clId="{B3181DF7-D3D5-4B3E-9E03-C5655F156FC1}" dt="2024-02-05T21:15:47.318" v="67" actId="164"/>
        <pc:sldMkLst>
          <pc:docMk/>
          <pc:sldMk cId="0" sldId="260"/>
        </pc:sldMkLst>
        <pc:spChg chg="mod">
          <ac:chgData name="Jaime Kozlik" userId="8519ca66-60ae-4fdc-a2c4-cef116dcc472" providerId="ADAL" clId="{B3181DF7-D3D5-4B3E-9E03-C5655F156FC1}" dt="2024-02-05T21:15:47.318" v="67" actId="164"/>
          <ac:spMkLst>
            <pc:docMk/>
            <pc:sldMk cId="0" sldId="260"/>
            <ac:spMk id="2" creationId="{00000000-0000-0000-0000-000000000000}"/>
          </ac:spMkLst>
        </pc:spChg>
        <pc:spChg chg="mod">
          <ac:chgData name="Jaime Kozlik" userId="8519ca66-60ae-4fdc-a2c4-cef116dcc472" providerId="ADAL" clId="{B3181DF7-D3D5-4B3E-9E03-C5655F156FC1}" dt="2024-02-05T21:15:47.318" v="67" actId="164"/>
          <ac:spMkLst>
            <pc:docMk/>
            <pc:sldMk cId="0" sldId="260"/>
            <ac:spMk id="3" creationId="{00000000-0000-0000-0000-000000000000}"/>
          </ac:spMkLst>
        </pc:spChg>
        <pc:spChg chg="mod">
          <ac:chgData name="Jaime Kozlik" userId="8519ca66-60ae-4fdc-a2c4-cef116dcc472" providerId="ADAL" clId="{B3181DF7-D3D5-4B3E-9E03-C5655F156FC1}" dt="2024-02-05T21:15:47.318" v="67" actId="164"/>
          <ac:spMkLst>
            <pc:docMk/>
            <pc:sldMk cId="0" sldId="260"/>
            <ac:spMk id="4" creationId="{00000000-0000-0000-0000-000000000000}"/>
          </ac:spMkLst>
        </pc:spChg>
        <pc:spChg chg="mod">
          <ac:chgData name="Jaime Kozlik" userId="8519ca66-60ae-4fdc-a2c4-cef116dcc472" providerId="ADAL" clId="{B3181DF7-D3D5-4B3E-9E03-C5655F156FC1}" dt="2024-02-05T21:15:47.318" v="67" actId="164"/>
          <ac:spMkLst>
            <pc:docMk/>
            <pc:sldMk cId="0" sldId="260"/>
            <ac:spMk id="5" creationId="{00000000-0000-0000-0000-000000000000}"/>
          </ac:spMkLst>
        </pc:spChg>
        <pc:spChg chg="mod">
          <ac:chgData name="Jaime Kozlik" userId="8519ca66-60ae-4fdc-a2c4-cef116dcc472" providerId="ADAL" clId="{B3181DF7-D3D5-4B3E-9E03-C5655F156FC1}" dt="2024-02-05T21:15:47.318" v="67" actId="164"/>
          <ac:spMkLst>
            <pc:docMk/>
            <pc:sldMk cId="0" sldId="260"/>
            <ac:spMk id="6" creationId="{00000000-0000-0000-0000-000000000000}"/>
          </ac:spMkLst>
        </pc:spChg>
        <pc:spChg chg="mod">
          <ac:chgData name="Jaime Kozlik" userId="8519ca66-60ae-4fdc-a2c4-cef116dcc472" providerId="ADAL" clId="{B3181DF7-D3D5-4B3E-9E03-C5655F156FC1}" dt="2024-02-05T21:15:47.318" v="67" actId="164"/>
          <ac:spMkLst>
            <pc:docMk/>
            <pc:sldMk cId="0" sldId="260"/>
            <ac:spMk id="7" creationId="{00000000-0000-0000-0000-000000000000}"/>
          </ac:spMkLst>
        </pc:spChg>
        <pc:spChg chg="mod">
          <ac:chgData name="Jaime Kozlik" userId="8519ca66-60ae-4fdc-a2c4-cef116dcc472" providerId="ADAL" clId="{B3181DF7-D3D5-4B3E-9E03-C5655F156FC1}" dt="2024-02-05T21:15:47.318" v="67" actId="164"/>
          <ac:spMkLst>
            <pc:docMk/>
            <pc:sldMk cId="0" sldId="260"/>
            <ac:spMk id="8" creationId="{00000000-0000-0000-0000-000000000000}"/>
          </ac:spMkLst>
        </pc:spChg>
        <pc:spChg chg="mod">
          <ac:chgData name="Jaime Kozlik" userId="8519ca66-60ae-4fdc-a2c4-cef116dcc472" providerId="ADAL" clId="{B3181DF7-D3D5-4B3E-9E03-C5655F156FC1}" dt="2024-02-05T21:15:47.318" v="67" actId="164"/>
          <ac:spMkLst>
            <pc:docMk/>
            <pc:sldMk cId="0" sldId="260"/>
            <ac:spMk id="9" creationId="{00000000-0000-0000-0000-000000000000}"/>
          </ac:spMkLst>
        </pc:spChg>
        <pc:spChg chg="mod">
          <ac:chgData name="Jaime Kozlik" userId="8519ca66-60ae-4fdc-a2c4-cef116dcc472" providerId="ADAL" clId="{B3181DF7-D3D5-4B3E-9E03-C5655F156FC1}" dt="2024-02-05T21:15:47.318" v="67" actId="164"/>
          <ac:spMkLst>
            <pc:docMk/>
            <pc:sldMk cId="0" sldId="260"/>
            <ac:spMk id="10" creationId="{00000000-0000-0000-0000-000000000000}"/>
          </ac:spMkLst>
        </pc:spChg>
        <pc:spChg chg="mod">
          <ac:chgData name="Jaime Kozlik" userId="8519ca66-60ae-4fdc-a2c4-cef116dcc472" providerId="ADAL" clId="{B3181DF7-D3D5-4B3E-9E03-C5655F156FC1}" dt="2024-02-05T21:15:47.318" v="67" actId="164"/>
          <ac:spMkLst>
            <pc:docMk/>
            <pc:sldMk cId="0" sldId="260"/>
            <ac:spMk id="11" creationId="{00000000-0000-0000-0000-000000000000}"/>
          </ac:spMkLst>
        </pc:spChg>
        <pc:spChg chg="mod">
          <ac:chgData name="Jaime Kozlik" userId="8519ca66-60ae-4fdc-a2c4-cef116dcc472" providerId="ADAL" clId="{B3181DF7-D3D5-4B3E-9E03-C5655F156FC1}" dt="2024-02-05T21:15:47.318" v="67" actId="164"/>
          <ac:spMkLst>
            <pc:docMk/>
            <pc:sldMk cId="0" sldId="260"/>
            <ac:spMk id="12" creationId="{00000000-0000-0000-0000-000000000000}"/>
          </ac:spMkLst>
        </pc:spChg>
        <pc:spChg chg="mod">
          <ac:chgData name="Jaime Kozlik" userId="8519ca66-60ae-4fdc-a2c4-cef116dcc472" providerId="ADAL" clId="{B3181DF7-D3D5-4B3E-9E03-C5655F156FC1}" dt="2024-02-05T21:15:47.318" v="67" actId="164"/>
          <ac:spMkLst>
            <pc:docMk/>
            <pc:sldMk cId="0" sldId="260"/>
            <ac:spMk id="13" creationId="{00000000-0000-0000-0000-000000000000}"/>
          </ac:spMkLst>
        </pc:spChg>
        <pc:spChg chg="mod">
          <ac:chgData name="Jaime Kozlik" userId="8519ca66-60ae-4fdc-a2c4-cef116dcc472" providerId="ADAL" clId="{B3181DF7-D3D5-4B3E-9E03-C5655F156FC1}" dt="2024-02-05T21:15:47.318" v="67" actId="164"/>
          <ac:spMkLst>
            <pc:docMk/>
            <pc:sldMk cId="0" sldId="260"/>
            <ac:spMk id="14" creationId="{00000000-0000-0000-0000-000000000000}"/>
          </ac:spMkLst>
        </pc:spChg>
        <pc:spChg chg="mod">
          <ac:chgData name="Jaime Kozlik" userId="8519ca66-60ae-4fdc-a2c4-cef116dcc472" providerId="ADAL" clId="{B3181DF7-D3D5-4B3E-9E03-C5655F156FC1}" dt="2024-02-05T21:15:47.318" v="67" actId="164"/>
          <ac:spMkLst>
            <pc:docMk/>
            <pc:sldMk cId="0" sldId="260"/>
            <ac:spMk id="15" creationId="{00000000-0000-0000-0000-000000000000}"/>
          </ac:spMkLst>
        </pc:spChg>
        <pc:spChg chg="mod">
          <ac:chgData name="Jaime Kozlik" userId="8519ca66-60ae-4fdc-a2c4-cef116dcc472" providerId="ADAL" clId="{B3181DF7-D3D5-4B3E-9E03-C5655F156FC1}" dt="2024-02-05T21:15:47.318" v="67" actId="164"/>
          <ac:spMkLst>
            <pc:docMk/>
            <pc:sldMk cId="0" sldId="260"/>
            <ac:spMk id="16" creationId="{00000000-0000-0000-0000-000000000000}"/>
          </ac:spMkLst>
        </pc:spChg>
        <pc:grpChg chg="add mod">
          <ac:chgData name="Jaime Kozlik" userId="8519ca66-60ae-4fdc-a2c4-cef116dcc472" providerId="ADAL" clId="{B3181DF7-D3D5-4B3E-9E03-C5655F156FC1}" dt="2024-02-05T21:15:47.318" v="67" actId="164"/>
          <ac:grpSpMkLst>
            <pc:docMk/>
            <pc:sldMk cId="0" sldId="260"/>
            <ac:grpSpMk id="17" creationId="{E041BA3C-AA7C-9246-2A3C-37C83C359AB6}"/>
          </ac:grpSpMkLst>
        </pc:grpChg>
      </pc:sldChg>
      <pc:sldChg chg="addSp modSp mod">
        <pc:chgData name="Jaime Kozlik" userId="8519ca66-60ae-4fdc-a2c4-cef116dcc472" providerId="ADAL" clId="{B3181DF7-D3D5-4B3E-9E03-C5655F156FC1}" dt="2024-02-05T21:19:17.386" v="98" actId="20577"/>
        <pc:sldMkLst>
          <pc:docMk/>
          <pc:sldMk cId="0" sldId="261"/>
        </pc:sldMkLst>
        <pc:spChg chg="mod">
          <ac:chgData name="Jaime Kozlik" userId="8519ca66-60ae-4fdc-a2c4-cef116dcc472" providerId="ADAL" clId="{B3181DF7-D3D5-4B3E-9E03-C5655F156FC1}" dt="2024-02-05T21:15:50.261" v="68" actId="164"/>
          <ac:spMkLst>
            <pc:docMk/>
            <pc:sldMk cId="0" sldId="261"/>
            <ac:spMk id="2" creationId="{00000000-0000-0000-0000-000000000000}"/>
          </ac:spMkLst>
        </pc:spChg>
        <pc:spChg chg="mod">
          <ac:chgData name="Jaime Kozlik" userId="8519ca66-60ae-4fdc-a2c4-cef116dcc472" providerId="ADAL" clId="{B3181DF7-D3D5-4B3E-9E03-C5655F156FC1}" dt="2024-02-05T21:15:50.261" v="68" actId="164"/>
          <ac:spMkLst>
            <pc:docMk/>
            <pc:sldMk cId="0" sldId="261"/>
            <ac:spMk id="3" creationId="{00000000-0000-0000-0000-000000000000}"/>
          </ac:spMkLst>
        </pc:spChg>
        <pc:spChg chg="mod">
          <ac:chgData name="Jaime Kozlik" userId="8519ca66-60ae-4fdc-a2c4-cef116dcc472" providerId="ADAL" clId="{B3181DF7-D3D5-4B3E-9E03-C5655F156FC1}" dt="2024-02-05T21:15:50.261" v="68" actId="164"/>
          <ac:spMkLst>
            <pc:docMk/>
            <pc:sldMk cId="0" sldId="261"/>
            <ac:spMk id="4" creationId="{00000000-0000-0000-0000-000000000000}"/>
          </ac:spMkLst>
        </pc:spChg>
        <pc:spChg chg="mod">
          <ac:chgData name="Jaime Kozlik" userId="8519ca66-60ae-4fdc-a2c4-cef116dcc472" providerId="ADAL" clId="{B3181DF7-D3D5-4B3E-9E03-C5655F156FC1}" dt="2024-02-05T21:15:50.261" v="68" actId="164"/>
          <ac:spMkLst>
            <pc:docMk/>
            <pc:sldMk cId="0" sldId="261"/>
            <ac:spMk id="5" creationId="{00000000-0000-0000-0000-000000000000}"/>
          </ac:spMkLst>
        </pc:spChg>
        <pc:spChg chg="mod">
          <ac:chgData name="Jaime Kozlik" userId="8519ca66-60ae-4fdc-a2c4-cef116dcc472" providerId="ADAL" clId="{B3181DF7-D3D5-4B3E-9E03-C5655F156FC1}" dt="2024-02-05T21:15:50.261" v="68" actId="164"/>
          <ac:spMkLst>
            <pc:docMk/>
            <pc:sldMk cId="0" sldId="261"/>
            <ac:spMk id="6" creationId="{00000000-0000-0000-0000-000000000000}"/>
          </ac:spMkLst>
        </pc:spChg>
        <pc:spChg chg="mod">
          <ac:chgData name="Jaime Kozlik" userId="8519ca66-60ae-4fdc-a2c4-cef116dcc472" providerId="ADAL" clId="{B3181DF7-D3D5-4B3E-9E03-C5655F156FC1}" dt="2024-02-05T21:15:50.261" v="68" actId="164"/>
          <ac:spMkLst>
            <pc:docMk/>
            <pc:sldMk cId="0" sldId="261"/>
            <ac:spMk id="7" creationId="{00000000-0000-0000-0000-000000000000}"/>
          </ac:spMkLst>
        </pc:spChg>
        <pc:spChg chg="mod">
          <ac:chgData name="Jaime Kozlik" userId="8519ca66-60ae-4fdc-a2c4-cef116dcc472" providerId="ADAL" clId="{B3181DF7-D3D5-4B3E-9E03-C5655F156FC1}" dt="2024-02-05T21:15:50.261" v="68" actId="164"/>
          <ac:spMkLst>
            <pc:docMk/>
            <pc:sldMk cId="0" sldId="261"/>
            <ac:spMk id="8" creationId="{00000000-0000-0000-0000-000000000000}"/>
          </ac:spMkLst>
        </pc:spChg>
        <pc:spChg chg="mod">
          <ac:chgData name="Jaime Kozlik" userId="8519ca66-60ae-4fdc-a2c4-cef116dcc472" providerId="ADAL" clId="{B3181DF7-D3D5-4B3E-9E03-C5655F156FC1}" dt="2024-02-05T21:15:50.261" v="68" actId="164"/>
          <ac:spMkLst>
            <pc:docMk/>
            <pc:sldMk cId="0" sldId="261"/>
            <ac:spMk id="9" creationId="{00000000-0000-0000-0000-000000000000}"/>
          </ac:spMkLst>
        </pc:spChg>
        <pc:spChg chg="mod">
          <ac:chgData name="Jaime Kozlik" userId="8519ca66-60ae-4fdc-a2c4-cef116dcc472" providerId="ADAL" clId="{B3181DF7-D3D5-4B3E-9E03-C5655F156FC1}" dt="2024-02-05T21:15:50.261" v="68" actId="164"/>
          <ac:spMkLst>
            <pc:docMk/>
            <pc:sldMk cId="0" sldId="261"/>
            <ac:spMk id="10" creationId="{00000000-0000-0000-0000-000000000000}"/>
          </ac:spMkLst>
        </pc:spChg>
        <pc:spChg chg="mod">
          <ac:chgData name="Jaime Kozlik" userId="8519ca66-60ae-4fdc-a2c4-cef116dcc472" providerId="ADAL" clId="{B3181DF7-D3D5-4B3E-9E03-C5655F156FC1}" dt="2024-02-05T21:15:50.261" v="68" actId="164"/>
          <ac:spMkLst>
            <pc:docMk/>
            <pc:sldMk cId="0" sldId="261"/>
            <ac:spMk id="11" creationId="{00000000-0000-0000-0000-000000000000}"/>
          </ac:spMkLst>
        </pc:spChg>
        <pc:spChg chg="mod">
          <ac:chgData name="Jaime Kozlik" userId="8519ca66-60ae-4fdc-a2c4-cef116dcc472" providerId="ADAL" clId="{B3181DF7-D3D5-4B3E-9E03-C5655F156FC1}" dt="2024-02-05T21:15:50.261" v="68" actId="164"/>
          <ac:spMkLst>
            <pc:docMk/>
            <pc:sldMk cId="0" sldId="261"/>
            <ac:spMk id="12" creationId="{00000000-0000-0000-0000-000000000000}"/>
          </ac:spMkLst>
        </pc:spChg>
        <pc:spChg chg="mod">
          <ac:chgData name="Jaime Kozlik" userId="8519ca66-60ae-4fdc-a2c4-cef116dcc472" providerId="ADAL" clId="{B3181DF7-D3D5-4B3E-9E03-C5655F156FC1}" dt="2024-02-05T21:19:17.386" v="98" actId="20577"/>
          <ac:spMkLst>
            <pc:docMk/>
            <pc:sldMk cId="0" sldId="261"/>
            <ac:spMk id="13" creationId="{00000000-0000-0000-0000-000000000000}"/>
          </ac:spMkLst>
        </pc:spChg>
        <pc:grpChg chg="add mod">
          <ac:chgData name="Jaime Kozlik" userId="8519ca66-60ae-4fdc-a2c4-cef116dcc472" providerId="ADAL" clId="{B3181DF7-D3D5-4B3E-9E03-C5655F156FC1}" dt="2024-02-05T21:15:50.261" v="68" actId="164"/>
          <ac:grpSpMkLst>
            <pc:docMk/>
            <pc:sldMk cId="0" sldId="261"/>
            <ac:grpSpMk id="14" creationId="{7E02F6A2-A8D6-E5FE-8176-A66C93262E55}"/>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05.02.2024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In todays training, we’ll explore two essential research methods critical for understanding people in the workplace: Qualitative and Quantitative research methods.  </a:t>
            </a:r>
          </a:p>
          <a:p>
            <a:endParaRPr lang="en-US" dirty="0"/>
          </a:p>
          <a:p>
            <a:r>
              <a:rPr lang="en-US" b="0" i="0" dirty="0">
                <a:solidFill>
                  <a:srgbClr val="374151"/>
                </a:solidFill>
                <a:effectLst/>
                <a:latin typeface="Söhne"/>
              </a:rPr>
              <a:t>Qualitative research dives into personal experiences and stories, while quantitative research focuses on numerical data and statistical analysis. Both methods help HR professionals understand workplace dynamics, make informed decisions, and improve employee experiences. </a:t>
            </a:r>
          </a:p>
          <a:p>
            <a:endParaRPr lang="en-US" b="0" i="0" dirty="0">
              <a:solidFill>
                <a:srgbClr val="374151"/>
              </a:solidFill>
              <a:effectLst/>
              <a:latin typeface="Söhne"/>
            </a:endParaRPr>
          </a:p>
          <a:p>
            <a:r>
              <a:rPr lang="en-US" b="0" i="0" dirty="0">
                <a:solidFill>
                  <a:srgbClr val="374151"/>
                </a:solidFill>
                <a:effectLst/>
                <a:latin typeface="Söhne"/>
              </a:rPr>
              <a:t>We will dive into the definitions of these methods, what assessment methods can be used and their practical application in real organizational settings. </a:t>
            </a:r>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2373095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What is qualitative and quantitative research? </a:t>
            </a:r>
          </a:p>
          <a:p>
            <a:endParaRPr lang="en-US" b="1" dirty="0"/>
          </a:p>
          <a:p>
            <a:r>
              <a:rPr lang="en-US" b="1" dirty="0"/>
              <a:t>Qualitative research</a:t>
            </a:r>
            <a:r>
              <a:rPr lang="en-US" dirty="0"/>
              <a:t>, in simple terms, is a method used by researchers to explore and understand people's experiences, perceptions, beliefs, and behaviors in depth.</a:t>
            </a:r>
          </a:p>
          <a:p>
            <a:pPr marL="171450" indent="-171450">
              <a:buFont typeface="Arial" panose="020B0604020202020204" pitchFamily="34" charset="0"/>
              <a:buChar char="•"/>
            </a:pPr>
            <a:r>
              <a:rPr lang="en-US" b="1" dirty="0"/>
              <a:t>Qualitative research </a:t>
            </a:r>
            <a:r>
              <a:rPr lang="en-US" dirty="0"/>
              <a:t>helps HR professionals dive deeper into the human side of the workplace. </a:t>
            </a:r>
          </a:p>
          <a:p>
            <a:pPr marL="171450" indent="-171450">
              <a:buFont typeface="Arial" panose="020B0604020202020204" pitchFamily="34" charset="0"/>
              <a:buChar char="•"/>
            </a:pPr>
            <a:r>
              <a:rPr lang="en-US" dirty="0"/>
              <a:t>It's about understanding employees' thoughts, emotions, and experiences and the "why" behind them so you can create a better work environment for everyone. </a:t>
            </a:r>
          </a:p>
          <a:p>
            <a:pPr marL="171450" indent="-171450">
              <a:buFont typeface="Arial" panose="020B0604020202020204" pitchFamily="34" charset="0"/>
              <a:buChar char="•"/>
            </a:pPr>
            <a:r>
              <a:rPr lang="en-US" dirty="0"/>
              <a:t>When you think of qualitative research, think "why and how". Think 'quality of behavior.'  </a:t>
            </a:r>
          </a:p>
          <a:p>
            <a:r>
              <a:rPr lang="en-US" b="1" dirty="0"/>
              <a:t>Quantitative research</a:t>
            </a:r>
            <a:r>
              <a:rPr lang="en-US" dirty="0"/>
              <a:t> involves collecting and analyzing numerical data to answer questions and test hypotheses. It's like conducting experiments or surveys, where you measure things and use statistical methods to make sense of the results. </a:t>
            </a:r>
          </a:p>
          <a:p>
            <a:pPr marL="171450" indent="-171450">
              <a:buFont typeface="Arial" panose="020B0604020202020204" pitchFamily="34" charset="0"/>
              <a:buChar char="•"/>
            </a:pPr>
            <a:r>
              <a:rPr lang="en-US" b="1" dirty="0"/>
              <a:t>Quantitative research </a:t>
            </a:r>
            <a:r>
              <a:rPr lang="en-US" dirty="0"/>
              <a:t>in HR is about using numbers to understand how employees feel and what they need to be happier and more productive at work. </a:t>
            </a:r>
          </a:p>
          <a:p>
            <a:pPr marL="171450" indent="-171450">
              <a:buFont typeface="Arial" panose="020B0604020202020204" pitchFamily="34" charset="0"/>
              <a:buChar char="•"/>
            </a:pPr>
            <a:r>
              <a:rPr lang="en-US" dirty="0"/>
              <a:t>You can think of this as the "what and how many" or "Quantity of behavior" </a:t>
            </a:r>
          </a:p>
          <a:p>
            <a:r>
              <a:rPr lang="en-US" dirty="0"/>
              <a:t> </a:t>
            </a:r>
          </a:p>
          <a:p>
            <a:r>
              <a:rPr lang="en-US" dirty="0"/>
              <a:t> </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0" dirty="0"/>
              <a:t>Now that we've distinguished between qualitative and quantitative research methods, an assessment method refers to a framework or technique utilized to assess, measure, or analyze different aspects of your research. These methods serve to collect data, draw conclusions, and guide informed decision-making. They exhibit significant variability based on the research method employed and the assessment's purpose. Let's examine an example of an assessment method for both qualitative and quantitative research.</a:t>
            </a:r>
          </a:p>
          <a:p>
            <a:endParaRPr lang="en-US" b="1" dirty="0"/>
          </a:p>
          <a:p>
            <a:r>
              <a:rPr lang="en-US" b="1" dirty="0"/>
              <a:t>Qualitative Research </a:t>
            </a:r>
          </a:p>
          <a:p>
            <a:r>
              <a:rPr lang="en-US" dirty="0"/>
              <a:t>Method: in-depth interviews </a:t>
            </a:r>
          </a:p>
          <a:p>
            <a:r>
              <a:rPr lang="en-US" dirty="0"/>
              <a:t>In-depth interviews involve having detailed, open-ended conversations with individuals or groups to explore their experiences, perspectives and beliefs. This typically involves developing a set of questions but also allow flexibility for participants to share their thoughts freely</a:t>
            </a:r>
          </a:p>
          <a:p>
            <a:endParaRPr lang="en-US" dirty="0"/>
          </a:p>
          <a:p>
            <a:r>
              <a:rPr lang="en-US" b="1" dirty="0"/>
              <a:t>Quantitative Research</a:t>
            </a:r>
          </a:p>
          <a:p>
            <a:r>
              <a:rPr lang="en-US" dirty="0"/>
              <a:t>Method: Surveys</a:t>
            </a:r>
          </a:p>
          <a:p>
            <a:r>
              <a:rPr lang="en-US" dirty="0"/>
              <a:t>Surveys involve gathering standardized data from a large number of participants using structured questionnaires. The questions typically have predefined response options, such as multiple-choice, </a:t>
            </a:r>
            <a:r>
              <a:rPr lang="en-US" dirty="0" err="1"/>
              <a:t>likert</a:t>
            </a:r>
            <a:r>
              <a:rPr lang="en-US" dirty="0"/>
              <a:t> scales, or ranking scales. The collected data are analyzed using statistical methods to identify trends, patterns and relationships and to make informed decisions through data driven insights. </a:t>
            </a:r>
          </a:p>
          <a:p>
            <a:endParaRPr lang="en-US" dirty="0"/>
          </a:p>
          <a:p>
            <a:r>
              <a:rPr lang="en-US" dirty="0"/>
              <a:t>Lets review these research method in practical application scenarios. Starting with Qualitative Research…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research objective for this study is to identify the factors contributing to declining morale among employees and gain insights for enhancing overall morale and job satisfaction. The qualitative method approach allows for in-depth investigation of employee issues and captures nuanced insights from their perspective.</a:t>
            </a:r>
          </a:p>
          <a:p>
            <a:endParaRPr lang="en-US" dirty="0"/>
          </a:p>
          <a:p>
            <a:r>
              <a:rPr lang="en-US" dirty="0"/>
              <a:t>This is why the research design will be qualitative in nature, aiming to explore employees' experiences and perceptions of declining morale within the organization. </a:t>
            </a:r>
          </a:p>
          <a:p>
            <a:r>
              <a:rPr lang="en-US" dirty="0"/>
              <a:t>The qualitative research method used for this study will be in-depth interviews used to gather detailed insights from employees participating in the research study.</a:t>
            </a:r>
          </a:p>
          <a:p>
            <a:endParaRPr lang="en-US" dirty="0"/>
          </a:p>
          <a:p>
            <a:r>
              <a:rPr lang="en-US" dirty="0"/>
              <a:t>The sampling method will be quota sampling, focusing on full-time employees with varying lengths of tenure. </a:t>
            </a:r>
          </a:p>
          <a:p>
            <a:endParaRPr lang="en-US" dirty="0"/>
          </a:p>
          <a:p>
            <a:r>
              <a:rPr lang="en-US" dirty="0"/>
              <a:t>Specifically, the sample will include employees with the following tenure ranges: 6 months to 2 years, 3 to 5 years, 6 to 10 years, and 10+ years. This ensures representation of employees at different stages of their career within the organization.</a:t>
            </a:r>
          </a:p>
          <a:p>
            <a:endParaRPr lang="en-US" dirty="0"/>
          </a:p>
          <a:p>
            <a:r>
              <a:rPr lang="en-US" dirty="0"/>
              <a:t>Structured questions will be designed to ask participants about their experiences related to morale and job satisfaction within the organization. With participant consent, interviews will be audio-recorded and transcribed for analysis.</a:t>
            </a:r>
          </a:p>
          <a:p>
            <a:r>
              <a:rPr lang="en-US" dirty="0"/>
              <a:t>Coding involves identifying meaningful segments of data (e.g., phrases, sentences) and assigning descriptive labels, or codes, to them. Whereas Thematic analysis involves identifying patterns or themes that emerge from the data through a process of coding and categorization. </a:t>
            </a:r>
          </a:p>
          <a:p>
            <a:endParaRPr lang="en-US" dirty="0"/>
          </a:p>
          <a:p>
            <a:r>
              <a:rPr lang="en-US" dirty="0"/>
              <a:t>In this example, we would look for commonalities, differences, and relationships among the coded segments to identify overarching themes that capture the consensus of the data.</a:t>
            </a:r>
          </a:p>
          <a:p>
            <a:endParaRPr lang="en-US" dirty="0"/>
          </a:p>
          <a:p>
            <a:r>
              <a:rPr lang="en-US" dirty="0"/>
              <a:t>Based on the research design and sampling method, it is anticipated that the qualitative interviews will produce valuable insights into the factors contributing to declining morale among employees with varying lengths of tenure. </a:t>
            </a:r>
          </a:p>
          <a:p>
            <a:endParaRPr lang="en-US" dirty="0"/>
          </a:p>
          <a:p>
            <a:r>
              <a:rPr lang="en-US" dirty="0"/>
              <a:t>Anticipated results may include the following:</a:t>
            </a:r>
          </a:p>
          <a:p>
            <a:pPr marL="171450" indent="-171450">
              <a:buFont typeface="Arial" panose="020B0604020202020204" pitchFamily="34" charset="0"/>
              <a:buChar char="•"/>
            </a:pPr>
            <a:r>
              <a:rPr lang="en-US" dirty="0"/>
              <a:t>The identification of common themes and patterns across different tenure groups regarding factors impacting morale and job satisfaction.</a:t>
            </a:r>
          </a:p>
          <a:p>
            <a:pPr marL="171450" indent="-171450">
              <a:buFont typeface="Arial" panose="020B0604020202020204" pitchFamily="34" charset="0"/>
              <a:buChar char="•"/>
            </a:pPr>
            <a:r>
              <a:rPr lang="en-US" dirty="0"/>
              <a:t>Insights into specific challenges faced by employees at different stages of their tenure and potential strategies or recommendations for addressing these challenges.</a:t>
            </a:r>
          </a:p>
          <a:p>
            <a:pPr marL="171450" indent="-171450">
              <a:buFont typeface="Arial" panose="020B0604020202020204" pitchFamily="34" charset="0"/>
              <a:buChar char="•"/>
            </a:pPr>
            <a:r>
              <a:rPr lang="en-US" dirty="0"/>
              <a:t>Recommendations for enhancing overall morale and job satisfaction with the organization</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research objective in this quantitative method example is to identify the key factors contributing to high attrition rates within the organization and develop strategies to reduce employee turnover.</a:t>
            </a:r>
          </a:p>
          <a:p>
            <a:endParaRPr lang="en-US" dirty="0"/>
          </a:p>
          <a:p>
            <a:r>
              <a:rPr lang="en-US" dirty="0"/>
              <a:t>The research design will involve conducting a comprehensive survey among current and exiting employees to gather quantitative data on various aspects related to their employee experience and reasons for leaving (if applicable).</a:t>
            </a:r>
          </a:p>
          <a:p>
            <a:endParaRPr lang="en-US" dirty="0"/>
          </a:p>
          <a:p>
            <a:r>
              <a:rPr lang="en-US" dirty="0"/>
              <a:t>The sampling method will involve a stratified random sampling approach to ensure representation across full-time employees, departments, job roles, and tenure, excluding those that are or were on a performance plan.</a:t>
            </a:r>
          </a:p>
          <a:p>
            <a:endParaRPr lang="en-US" dirty="0"/>
          </a:p>
          <a:p>
            <a:r>
              <a:rPr lang="en-US" dirty="0"/>
              <a:t>The survey questionnaire will include both closed-ended and Likert-scale questions covering areas such as demographics, job satisfaction levels, perceptions of organizational culture and leadership, reasons for considering leaving the organization (if applicable), career development opportunities, and satisfaction with compensation and benefits. Once the relevant variables are identified, Pearson's correlation coefficient (r) can be used to calculate the strength and direction of the relationship between pairs of variables. For example, a significant negative correlation between job satisfaction and attrition would suggest that higher job satisfaction is associated with lower turnover rates.</a:t>
            </a:r>
          </a:p>
          <a:p>
            <a:endParaRPr lang="en-US" dirty="0"/>
          </a:p>
          <a:p>
            <a:r>
              <a:rPr lang="en-US" dirty="0"/>
              <a:t>Keep in mind that in order to weigh the results for analysis, the correlation coefficient would need to have a set range from -1 to +1, with zero indicating no linear relationship between the variables. This is a statistical method that can be used to quantify which factors are most strongly associated with attrition rates.</a:t>
            </a:r>
          </a:p>
          <a:p>
            <a:endParaRPr lang="en-US" dirty="0"/>
          </a:p>
          <a:p>
            <a:r>
              <a:rPr lang="en-US" dirty="0"/>
              <a:t>Once the survey responses are collected and the data analysis is completed, the analyzed results could uncover statistically significant correlations between various factors and attrition rates. For instance, there could be a strong negative correlation between job satisfaction and turnover, indicating that higher levels of job satisfaction are associated with lower turnover rates.</a:t>
            </a:r>
          </a:p>
          <a:p>
            <a:endParaRPr lang="en-US" dirty="0"/>
          </a:p>
          <a:p>
            <a:r>
              <a:rPr lang="en-US" dirty="0"/>
              <a:t>Additional results may reveal departmental- or role-specific trends in attrition rates. Certain departments or job roles may experience extremely high turnover compared to others; this points to specific areas that require focus and intention for improvement opportunities.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In our training session, we explored the definition of qualitative and quantitative research methods and how those research methods can be tailored to enhance employee morale and reduce high attrition rates in our organization.</a:t>
            </a:r>
          </a:p>
          <a:p>
            <a:endParaRPr lang="en-US" dirty="0"/>
          </a:p>
          <a:p>
            <a:r>
              <a:rPr lang="en-US" dirty="0"/>
              <a:t>Qualitative research is all about the "why" behind behavior and can be used to explore the depth of employees' experiences, perceptions, and behaviors.</a:t>
            </a:r>
          </a:p>
          <a:p>
            <a:endParaRPr lang="en-US" dirty="0"/>
          </a:p>
          <a:p>
            <a:r>
              <a:rPr lang="en-US" dirty="0"/>
              <a:t>On the other hand, quantitative research is all about "what and how many. It's the quantity of behavior. Qualitative research can be used to study high attrition rates by collecting numerical data through surveys to provide insights and make strategic data-driven decisions to reduce turnover.</a:t>
            </a:r>
          </a:p>
          <a:p>
            <a:endParaRPr lang="en-US" dirty="0"/>
          </a:p>
          <a:p>
            <a:r>
              <a:rPr lang="en-US" dirty="0"/>
              <a:t>Both methods offer unique perspectives and valuable insights that enable you to address research questions and strategically identify areas for improvement and opportunities that foster a positive work environment and enhance employee well-being. This training emphasizes the importance of leveraging qualitative and quantitative research methodologies to drive positive change and cultivate a positive workplace culture.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10" Type="http://schemas.openxmlformats.org/officeDocument/2006/relationships/image" Target="../media/image8.svg"/><Relationship Id="rId4" Type="http://schemas.openxmlformats.org/officeDocument/2006/relationships/image" Target="../media/image14.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41536C2-5C5C-B6D2-2363-99D4218202E3}"/>
              </a:ext>
            </a:extLst>
          </p:cNvPr>
          <p:cNvGrpSpPr/>
          <p:nvPr/>
        </p:nvGrpSpPr>
        <p:grpSpPr>
          <a:xfrm>
            <a:off x="-19050" y="0"/>
            <a:ext cx="17278350" cy="10800539"/>
            <a:chOff x="-19050" y="0"/>
            <a:chExt cx="17278350" cy="10800539"/>
          </a:xfrm>
        </p:grpSpPr>
        <p:sp>
          <p:nvSpPr>
            <p:cNvPr id="2" name="Freeform 2"/>
            <p:cNvSpPr/>
            <p:nvPr/>
          </p:nvSpPr>
          <p:spPr>
            <a:xfrm flipH="1" flipV="1">
              <a:off x="0" y="5143500"/>
              <a:ext cx="8477852" cy="5657039"/>
            </a:xfrm>
            <a:custGeom>
              <a:avLst/>
              <a:gdLst/>
              <a:ahLst/>
              <a:cxnLst/>
              <a:rect l="l" t="t" r="r" b="b"/>
              <a:pathLst>
                <a:path w="8477852" h="5657039">
                  <a:moveTo>
                    <a:pt x="8477852" y="5657039"/>
                  </a:moveTo>
                  <a:lnTo>
                    <a:pt x="0" y="5657039"/>
                  </a:lnTo>
                  <a:lnTo>
                    <a:pt x="0" y="0"/>
                  </a:lnTo>
                  <a:lnTo>
                    <a:pt x="8477852" y="0"/>
                  </a:lnTo>
                  <a:lnTo>
                    <a:pt x="8477852" y="5657039"/>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660777" y="2246592"/>
              <a:ext cx="7198334" cy="6847415"/>
            </a:xfrm>
            <a:custGeom>
              <a:avLst/>
              <a:gdLst/>
              <a:ahLst/>
              <a:cxnLst/>
              <a:rect l="l" t="t" r="r" b="b"/>
              <a:pathLst>
                <a:path w="7198334" h="6847415">
                  <a:moveTo>
                    <a:pt x="0" y="0"/>
                  </a:moveTo>
                  <a:lnTo>
                    <a:pt x="7198333" y="0"/>
                  </a:lnTo>
                  <a:lnTo>
                    <a:pt x="7198333" y="6847415"/>
                  </a:lnTo>
                  <a:lnTo>
                    <a:pt x="0" y="684741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flipH="1">
              <a:off x="-19050" y="0"/>
              <a:ext cx="2403281" cy="1961951"/>
            </a:xfrm>
            <a:custGeom>
              <a:avLst/>
              <a:gdLst/>
              <a:ahLst/>
              <a:cxnLst/>
              <a:rect l="l" t="t" r="r" b="b"/>
              <a:pathLst>
                <a:path w="2403281" h="1961951">
                  <a:moveTo>
                    <a:pt x="2403281" y="0"/>
                  </a:moveTo>
                  <a:lnTo>
                    <a:pt x="0" y="0"/>
                  </a:lnTo>
                  <a:lnTo>
                    <a:pt x="0" y="1961951"/>
                  </a:lnTo>
                  <a:lnTo>
                    <a:pt x="2403281" y="1961951"/>
                  </a:lnTo>
                  <a:lnTo>
                    <a:pt x="2403281"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Freeform 5"/>
            <p:cNvSpPr/>
            <p:nvPr/>
          </p:nvSpPr>
          <p:spPr>
            <a:xfrm flipH="1">
              <a:off x="-19050" y="0"/>
              <a:ext cx="2145705" cy="1751676"/>
            </a:xfrm>
            <a:custGeom>
              <a:avLst/>
              <a:gdLst/>
              <a:ahLst/>
              <a:cxnLst/>
              <a:rect l="l" t="t" r="r" b="b"/>
              <a:pathLst>
                <a:path w="2145705" h="1751676">
                  <a:moveTo>
                    <a:pt x="2145705" y="0"/>
                  </a:moveTo>
                  <a:lnTo>
                    <a:pt x="0" y="0"/>
                  </a:lnTo>
                  <a:lnTo>
                    <a:pt x="0" y="1751676"/>
                  </a:lnTo>
                  <a:lnTo>
                    <a:pt x="2145705" y="1751676"/>
                  </a:lnTo>
                  <a:lnTo>
                    <a:pt x="2145705"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 name="TextBox 6"/>
            <p:cNvSpPr txBox="1"/>
            <p:nvPr/>
          </p:nvSpPr>
          <p:spPr>
            <a:xfrm>
              <a:off x="9144000" y="2238176"/>
              <a:ext cx="8115300" cy="4183629"/>
            </a:xfrm>
            <a:prstGeom prst="rect">
              <a:avLst/>
            </a:prstGeom>
          </p:spPr>
          <p:txBody>
            <a:bodyPr lIns="0" tIns="0" rIns="0" bIns="0" rtlCol="0" anchor="t">
              <a:spAutoFit/>
            </a:bodyPr>
            <a:lstStyle/>
            <a:p>
              <a:pPr algn="r">
                <a:lnSpc>
                  <a:spcPts val="10792"/>
                </a:lnSpc>
              </a:pPr>
              <a:r>
                <a:rPr lang="en-US" sz="11360">
                  <a:solidFill>
                    <a:srgbClr val="1B1A17"/>
                  </a:solidFill>
                  <a:latin typeface="IBM Plex Sans Condensed Bold"/>
                </a:rPr>
                <a:t>NEW EMPLOYEE TRAINING</a:t>
              </a:r>
            </a:p>
          </p:txBody>
        </p:sp>
        <p:sp>
          <p:nvSpPr>
            <p:cNvPr id="7" name="TextBox 7"/>
            <p:cNvSpPr txBox="1"/>
            <p:nvPr/>
          </p:nvSpPr>
          <p:spPr>
            <a:xfrm>
              <a:off x="9582469" y="6541383"/>
              <a:ext cx="7676831" cy="449580"/>
            </a:xfrm>
            <a:prstGeom prst="rect">
              <a:avLst/>
            </a:prstGeom>
          </p:spPr>
          <p:txBody>
            <a:bodyPr lIns="0" tIns="0" rIns="0" bIns="0" rtlCol="0" anchor="t">
              <a:spAutoFit/>
            </a:bodyPr>
            <a:lstStyle/>
            <a:p>
              <a:pPr algn="r">
                <a:lnSpc>
                  <a:spcPts val="3660"/>
                </a:lnSpc>
              </a:pPr>
              <a:r>
                <a:rPr lang="en-US" sz="3000">
                  <a:solidFill>
                    <a:srgbClr val="1B1A17"/>
                  </a:solidFill>
                  <a:latin typeface="IBM Plex Sans"/>
                </a:rPr>
                <a:t>Qualitative and Quantitative Research </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9E85E424-3802-0C86-9590-67BE316CA054}"/>
              </a:ext>
            </a:extLst>
          </p:cNvPr>
          <p:cNvGrpSpPr/>
          <p:nvPr/>
        </p:nvGrpSpPr>
        <p:grpSpPr>
          <a:xfrm>
            <a:off x="-16986" y="-903658"/>
            <a:ext cx="18304986" cy="11456377"/>
            <a:chOff x="-16986" y="-903658"/>
            <a:chExt cx="18304986" cy="11456377"/>
          </a:xfrm>
        </p:grpSpPr>
        <p:sp>
          <p:nvSpPr>
            <p:cNvPr id="2" name="Freeform 2"/>
            <p:cNvSpPr/>
            <p:nvPr/>
          </p:nvSpPr>
          <p:spPr>
            <a:xfrm>
              <a:off x="11742286" y="-903658"/>
              <a:ext cx="6545714" cy="4367776"/>
            </a:xfrm>
            <a:custGeom>
              <a:avLst/>
              <a:gdLst/>
              <a:ahLst/>
              <a:cxnLst/>
              <a:rect l="l" t="t" r="r" b="b"/>
              <a:pathLst>
                <a:path w="6545714" h="4367776">
                  <a:moveTo>
                    <a:pt x="0" y="0"/>
                  </a:moveTo>
                  <a:lnTo>
                    <a:pt x="6545714" y="0"/>
                  </a:lnTo>
                  <a:lnTo>
                    <a:pt x="6545714" y="4367776"/>
                  </a:lnTo>
                  <a:lnTo>
                    <a:pt x="0" y="43677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flipV="1">
              <a:off x="-16986" y="7180766"/>
              <a:ext cx="4130454" cy="3371953"/>
            </a:xfrm>
            <a:custGeom>
              <a:avLst/>
              <a:gdLst/>
              <a:ahLst/>
              <a:cxnLst/>
              <a:rect l="l" t="t" r="r" b="b"/>
              <a:pathLst>
                <a:path w="4130454" h="3371953">
                  <a:moveTo>
                    <a:pt x="4130455" y="3371952"/>
                  </a:moveTo>
                  <a:lnTo>
                    <a:pt x="0" y="3371952"/>
                  </a:lnTo>
                  <a:lnTo>
                    <a:pt x="0" y="0"/>
                  </a:lnTo>
                  <a:lnTo>
                    <a:pt x="4130455" y="0"/>
                  </a:lnTo>
                  <a:lnTo>
                    <a:pt x="4130455" y="3371952"/>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4" name="Freeform 4"/>
            <p:cNvSpPr/>
            <p:nvPr/>
          </p:nvSpPr>
          <p:spPr>
            <a:xfrm flipH="1" flipV="1">
              <a:off x="-16986" y="7542162"/>
              <a:ext cx="3687765" cy="3010557"/>
            </a:xfrm>
            <a:custGeom>
              <a:avLst/>
              <a:gdLst/>
              <a:ahLst/>
              <a:cxnLst/>
              <a:rect l="l" t="t" r="r" b="b"/>
              <a:pathLst>
                <a:path w="3687765" h="3010557">
                  <a:moveTo>
                    <a:pt x="3687766" y="3010557"/>
                  </a:moveTo>
                  <a:lnTo>
                    <a:pt x="0" y="3010557"/>
                  </a:lnTo>
                  <a:lnTo>
                    <a:pt x="0" y="0"/>
                  </a:lnTo>
                  <a:lnTo>
                    <a:pt x="3687766" y="0"/>
                  </a:lnTo>
                  <a:lnTo>
                    <a:pt x="3687766" y="3010557"/>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TextBox 5"/>
            <p:cNvSpPr txBox="1"/>
            <p:nvPr/>
          </p:nvSpPr>
          <p:spPr>
            <a:xfrm>
              <a:off x="5165505" y="1433467"/>
              <a:ext cx="7956989" cy="1997076"/>
            </a:xfrm>
            <a:prstGeom prst="rect">
              <a:avLst/>
            </a:prstGeom>
          </p:spPr>
          <p:txBody>
            <a:bodyPr lIns="0" tIns="0" rIns="0" bIns="0" rtlCol="0" anchor="t">
              <a:spAutoFit/>
            </a:bodyPr>
            <a:lstStyle/>
            <a:p>
              <a:pPr algn="ctr">
                <a:lnSpc>
                  <a:spcPts val="7600"/>
                </a:lnSpc>
              </a:pPr>
              <a:r>
                <a:rPr lang="en-US" sz="8000" dirty="0">
                  <a:solidFill>
                    <a:srgbClr val="1B1A17"/>
                  </a:solidFill>
                  <a:latin typeface="IBM Plex Sans Condensed Bold"/>
                </a:rPr>
                <a:t>QUALITATIVE VS. QUANTITATIVE </a:t>
              </a:r>
            </a:p>
          </p:txBody>
        </p:sp>
        <p:grpSp>
          <p:nvGrpSpPr>
            <p:cNvPr id="16" name="Group 15">
              <a:extLst>
                <a:ext uri="{FF2B5EF4-FFF2-40B4-BE49-F238E27FC236}">
                  <a16:creationId xmlns:a16="http://schemas.microsoft.com/office/drawing/2014/main" id="{50F1E9EE-95FA-7F1F-077E-1AE5913DD85F}"/>
                </a:ext>
              </a:extLst>
            </p:cNvPr>
            <p:cNvGrpSpPr/>
            <p:nvPr/>
          </p:nvGrpSpPr>
          <p:grpSpPr>
            <a:xfrm>
              <a:off x="9682593" y="5919297"/>
              <a:ext cx="6879802" cy="1622865"/>
              <a:chOff x="11196981" y="6027345"/>
              <a:chExt cx="6879802" cy="1622865"/>
            </a:xfrm>
          </p:grpSpPr>
          <p:sp>
            <p:nvSpPr>
              <p:cNvPr id="7" name="TextBox 7"/>
              <p:cNvSpPr txBox="1"/>
              <p:nvPr/>
            </p:nvSpPr>
            <p:spPr>
              <a:xfrm>
                <a:off x="12158896" y="6027345"/>
                <a:ext cx="4927293" cy="384175"/>
              </a:xfrm>
              <a:prstGeom prst="rect">
                <a:avLst/>
              </a:prstGeom>
            </p:spPr>
            <p:txBody>
              <a:bodyPr lIns="0" tIns="0" rIns="0" bIns="0" rtlCol="0" anchor="t">
                <a:spAutoFit/>
              </a:bodyPr>
              <a:lstStyle/>
              <a:p>
                <a:pPr algn="ctr">
                  <a:lnSpc>
                    <a:spcPts val="3049"/>
                  </a:lnSpc>
                </a:pPr>
                <a:r>
                  <a:rPr lang="en-US" sz="2499" dirty="0">
                    <a:solidFill>
                      <a:srgbClr val="1B1A17"/>
                    </a:solidFill>
                    <a:latin typeface="IBM Plex Sans Bold"/>
                  </a:rPr>
                  <a:t>QUANTITATIVE RESEARCH </a:t>
                </a:r>
              </a:p>
            </p:txBody>
          </p:sp>
          <p:sp>
            <p:nvSpPr>
              <p:cNvPr id="8" name="TextBox 8"/>
              <p:cNvSpPr txBox="1"/>
              <p:nvPr/>
            </p:nvSpPr>
            <p:spPr>
              <a:xfrm>
                <a:off x="11196981" y="6616532"/>
                <a:ext cx="6879802" cy="361509"/>
              </a:xfrm>
              <a:prstGeom prst="rect">
                <a:avLst/>
              </a:prstGeom>
            </p:spPr>
            <p:txBody>
              <a:bodyPr lIns="0" tIns="0" rIns="0" bIns="0" rtlCol="0" anchor="t">
                <a:spAutoFit/>
              </a:bodyPr>
              <a:lstStyle/>
              <a:p>
                <a:pPr algn="ctr">
                  <a:lnSpc>
                    <a:spcPts val="3049"/>
                  </a:lnSpc>
                </a:pPr>
                <a:r>
                  <a:rPr lang="en-US" sz="2499" dirty="0">
                    <a:solidFill>
                      <a:srgbClr val="1B1A17"/>
                    </a:solidFill>
                    <a:latin typeface="Arial" panose="020B0604020202020204" pitchFamily="34" charset="0"/>
                    <a:cs typeface="Arial" panose="020B0604020202020204" pitchFamily="34" charset="0"/>
                  </a:rPr>
                  <a:t>“What and How Many” </a:t>
                </a:r>
              </a:p>
            </p:txBody>
          </p:sp>
          <p:sp>
            <p:nvSpPr>
              <p:cNvPr id="11" name="TextBox 11"/>
              <p:cNvSpPr txBox="1"/>
              <p:nvPr/>
            </p:nvSpPr>
            <p:spPr>
              <a:xfrm>
                <a:off x="11567221" y="7288701"/>
                <a:ext cx="6110644" cy="361509"/>
              </a:xfrm>
              <a:prstGeom prst="rect">
                <a:avLst/>
              </a:prstGeom>
            </p:spPr>
            <p:txBody>
              <a:bodyPr wrap="square" lIns="0" tIns="0" rIns="0" bIns="0" rtlCol="0" anchor="t">
                <a:spAutoFit/>
              </a:bodyPr>
              <a:lstStyle/>
              <a:p>
                <a:pPr algn="ctr">
                  <a:lnSpc>
                    <a:spcPts val="3049"/>
                  </a:lnSpc>
                </a:pPr>
                <a:r>
                  <a:rPr lang="en-US" sz="2499" b="1" i="1" dirty="0">
                    <a:solidFill>
                      <a:srgbClr val="1B1A17"/>
                    </a:solidFill>
                    <a:latin typeface="Arial" panose="020B0604020202020204" pitchFamily="34" charset="0"/>
                    <a:cs typeface="Arial" panose="020B0604020202020204" pitchFamily="34" charset="0"/>
                  </a:rPr>
                  <a:t>Quantity</a:t>
                </a:r>
                <a:r>
                  <a:rPr lang="en-US" sz="2499" dirty="0">
                    <a:solidFill>
                      <a:srgbClr val="1B1A17"/>
                    </a:solidFill>
                    <a:latin typeface="Arial" panose="020B0604020202020204" pitchFamily="34" charset="0"/>
                    <a:cs typeface="Arial" panose="020B0604020202020204" pitchFamily="34" charset="0"/>
                  </a:rPr>
                  <a:t> of Behavior</a:t>
                </a:r>
              </a:p>
            </p:txBody>
          </p:sp>
        </p:grpSp>
        <p:pic>
          <p:nvPicPr>
            <p:cNvPr id="13" name="Graphic 12" descr="Thought outline">
              <a:extLst>
                <a:ext uri="{FF2B5EF4-FFF2-40B4-BE49-F238E27FC236}">
                  <a16:creationId xmlns:a16="http://schemas.microsoft.com/office/drawing/2014/main" id="{895A6037-06B2-2478-1945-48174055E72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518625" y="3559761"/>
              <a:ext cx="2203255" cy="2203255"/>
            </a:xfrm>
            <a:prstGeom prst="rect">
              <a:avLst/>
            </a:prstGeom>
          </p:spPr>
        </p:pic>
        <p:pic>
          <p:nvPicPr>
            <p:cNvPr id="15" name="Graphic 14" descr="Abacus outline">
              <a:extLst>
                <a:ext uri="{FF2B5EF4-FFF2-40B4-BE49-F238E27FC236}">
                  <a16:creationId xmlns:a16="http://schemas.microsoft.com/office/drawing/2014/main" id="{D1A6E37C-70A0-81BA-3352-ADB3D2DC93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2244871" y="4037778"/>
              <a:ext cx="1755245" cy="1755245"/>
            </a:xfrm>
            <a:prstGeom prst="rect">
              <a:avLst/>
            </a:prstGeom>
          </p:spPr>
        </p:pic>
        <p:grpSp>
          <p:nvGrpSpPr>
            <p:cNvPr id="18" name="Group 17">
              <a:extLst>
                <a:ext uri="{FF2B5EF4-FFF2-40B4-BE49-F238E27FC236}">
                  <a16:creationId xmlns:a16="http://schemas.microsoft.com/office/drawing/2014/main" id="{023CA627-74AE-D552-BD43-53AC51B8D90E}"/>
                </a:ext>
              </a:extLst>
            </p:cNvPr>
            <p:cNvGrpSpPr/>
            <p:nvPr/>
          </p:nvGrpSpPr>
          <p:grpSpPr>
            <a:xfrm>
              <a:off x="2156607" y="5879044"/>
              <a:ext cx="4927293" cy="1663118"/>
              <a:chOff x="2120735" y="5914495"/>
              <a:chExt cx="4927293" cy="1663118"/>
            </a:xfrm>
          </p:grpSpPr>
          <p:sp>
            <p:nvSpPr>
              <p:cNvPr id="6" name="TextBox 6"/>
              <p:cNvSpPr txBox="1"/>
              <p:nvPr/>
            </p:nvSpPr>
            <p:spPr>
              <a:xfrm>
                <a:off x="2120735" y="5914495"/>
                <a:ext cx="4927293" cy="384175"/>
              </a:xfrm>
              <a:prstGeom prst="rect">
                <a:avLst/>
              </a:prstGeom>
            </p:spPr>
            <p:txBody>
              <a:bodyPr lIns="0" tIns="0" rIns="0" bIns="0" rtlCol="0" anchor="t">
                <a:spAutoFit/>
              </a:bodyPr>
              <a:lstStyle/>
              <a:p>
                <a:pPr algn="ctr">
                  <a:lnSpc>
                    <a:spcPts val="3049"/>
                  </a:lnSpc>
                </a:pPr>
                <a:r>
                  <a:rPr lang="en-US" sz="2499" dirty="0">
                    <a:solidFill>
                      <a:srgbClr val="1B1A17"/>
                    </a:solidFill>
                    <a:latin typeface="IBM Plex Sans Bold"/>
                  </a:rPr>
                  <a:t>QUALITATIVE RESEARCH</a:t>
                </a:r>
              </a:p>
            </p:txBody>
          </p:sp>
          <p:sp>
            <p:nvSpPr>
              <p:cNvPr id="10" name="TextBox 10"/>
              <p:cNvSpPr txBox="1"/>
              <p:nvPr/>
            </p:nvSpPr>
            <p:spPr>
              <a:xfrm>
                <a:off x="2740500" y="7145315"/>
                <a:ext cx="3687765" cy="432298"/>
              </a:xfrm>
              <a:prstGeom prst="rect">
                <a:avLst/>
              </a:prstGeom>
            </p:spPr>
            <p:txBody>
              <a:bodyPr wrap="square" lIns="0" tIns="0" rIns="0" bIns="0" rtlCol="0" anchor="t">
                <a:spAutoFit/>
              </a:bodyPr>
              <a:lstStyle/>
              <a:p>
                <a:pPr algn="ctr">
                  <a:lnSpc>
                    <a:spcPts val="3640"/>
                  </a:lnSpc>
                </a:pPr>
                <a:r>
                  <a:rPr lang="en-US" sz="2600" b="1" i="1" dirty="0">
                    <a:solidFill>
                      <a:srgbClr val="1B1A17"/>
                    </a:solidFill>
                    <a:latin typeface="Arial" panose="020B0604020202020204" pitchFamily="34" charset="0"/>
                    <a:cs typeface="Arial" panose="020B0604020202020204" pitchFamily="34" charset="0"/>
                  </a:rPr>
                  <a:t>Quality</a:t>
                </a:r>
                <a:r>
                  <a:rPr lang="en-US" sz="2600" dirty="0">
                    <a:solidFill>
                      <a:srgbClr val="1B1A17"/>
                    </a:solidFill>
                    <a:latin typeface="Arial" panose="020B0604020202020204" pitchFamily="34" charset="0"/>
                    <a:cs typeface="Arial" panose="020B0604020202020204" pitchFamily="34" charset="0"/>
                  </a:rPr>
                  <a:t> of Behavior</a:t>
                </a:r>
              </a:p>
            </p:txBody>
          </p:sp>
          <p:sp>
            <p:nvSpPr>
              <p:cNvPr id="17" name="TextBox 8">
                <a:extLst>
                  <a:ext uri="{FF2B5EF4-FFF2-40B4-BE49-F238E27FC236}">
                    <a16:creationId xmlns:a16="http://schemas.microsoft.com/office/drawing/2014/main" id="{F6781986-0BA1-9967-6565-E0291CDC88F7}"/>
                  </a:ext>
                </a:extLst>
              </p:cNvPr>
              <p:cNvSpPr txBox="1"/>
              <p:nvPr/>
            </p:nvSpPr>
            <p:spPr>
              <a:xfrm>
                <a:off x="2359538" y="6508483"/>
                <a:ext cx="4449691" cy="361509"/>
              </a:xfrm>
              <a:prstGeom prst="rect">
                <a:avLst/>
              </a:prstGeom>
            </p:spPr>
            <p:txBody>
              <a:bodyPr wrap="square" lIns="0" tIns="0" rIns="0" bIns="0" rtlCol="0" anchor="t">
                <a:spAutoFit/>
              </a:bodyPr>
              <a:lstStyle/>
              <a:p>
                <a:pPr algn="ctr">
                  <a:lnSpc>
                    <a:spcPts val="3049"/>
                  </a:lnSpc>
                </a:pPr>
                <a:r>
                  <a:rPr lang="en-US" sz="2499" dirty="0">
                    <a:solidFill>
                      <a:srgbClr val="1B1A17"/>
                    </a:solidFill>
                    <a:latin typeface="Arial" panose="020B0604020202020204" pitchFamily="34" charset="0"/>
                    <a:cs typeface="Arial" panose="020B0604020202020204" pitchFamily="34" charset="0"/>
                  </a:rPr>
                  <a:t>“Why and How” </a:t>
                </a: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8B3BEF2-A430-8D78-981F-4B9704AEAE92}"/>
              </a:ext>
            </a:extLst>
          </p:cNvPr>
          <p:cNvGrpSpPr/>
          <p:nvPr/>
        </p:nvGrpSpPr>
        <p:grpSpPr>
          <a:xfrm>
            <a:off x="0" y="-903658"/>
            <a:ext cx="18288000" cy="11659653"/>
            <a:chOff x="0" y="-903658"/>
            <a:chExt cx="18288000" cy="11659653"/>
          </a:xfrm>
        </p:grpSpPr>
        <p:sp>
          <p:nvSpPr>
            <p:cNvPr id="2" name="Freeform 2"/>
            <p:cNvSpPr/>
            <p:nvPr/>
          </p:nvSpPr>
          <p:spPr>
            <a:xfrm>
              <a:off x="11742286" y="-903658"/>
              <a:ext cx="6545714" cy="4367776"/>
            </a:xfrm>
            <a:custGeom>
              <a:avLst/>
              <a:gdLst/>
              <a:ahLst/>
              <a:cxnLst/>
              <a:rect l="l" t="t" r="r" b="b"/>
              <a:pathLst>
                <a:path w="6545714" h="4367776">
                  <a:moveTo>
                    <a:pt x="0" y="0"/>
                  </a:moveTo>
                  <a:lnTo>
                    <a:pt x="6545714" y="0"/>
                  </a:lnTo>
                  <a:lnTo>
                    <a:pt x="6545714" y="4367776"/>
                  </a:lnTo>
                  <a:lnTo>
                    <a:pt x="0" y="43677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2" name="Group 11">
              <a:extLst>
                <a:ext uri="{FF2B5EF4-FFF2-40B4-BE49-F238E27FC236}">
                  <a16:creationId xmlns:a16="http://schemas.microsoft.com/office/drawing/2014/main" id="{07E1700F-0D7B-E4FD-61DB-C762054EB970}"/>
                </a:ext>
              </a:extLst>
            </p:cNvPr>
            <p:cNvGrpSpPr/>
            <p:nvPr/>
          </p:nvGrpSpPr>
          <p:grpSpPr>
            <a:xfrm>
              <a:off x="0" y="7384042"/>
              <a:ext cx="4130454" cy="3371953"/>
              <a:chOff x="-637648" y="7572324"/>
              <a:chExt cx="4130454" cy="3371953"/>
            </a:xfrm>
          </p:grpSpPr>
          <p:sp>
            <p:nvSpPr>
              <p:cNvPr id="3" name="Freeform 3"/>
              <p:cNvSpPr/>
              <p:nvPr/>
            </p:nvSpPr>
            <p:spPr>
              <a:xfrm flipH="1" flipV="1">
                <a:off x="-637648" y="7572324"/>
                <a:ext cx="4130454" cy="3371953"/>
              </a:xfrm>
              <a:custGeom>
                <a:avLst/>
                <a:gdLst/>
                <a:ahLst/>
                <a:cxnLst/>
                <a:rect l="l" t="t" r="r" b="b"/>
                <a:pathLst>
                  <a:path w="4130454" h="3371953">
                    <a:moveTo>
                      <a:pt x="4130455" y="3371952"/>
                    </a:moveTo>
                    <a:lnTo>
                      <a:pt x="0" y="3371952"/>
                    </a:lnTo>
                    <a:lnTo>
                      <a:pt x="0" y="0"/>
                    </a:lnTo>
                    <a:lnTo>
                      <a:pt x="4130455" y="0"/>
                    </a:lnTo>
                    <a:lnTo>
                      <a:pt x="4130455" y="3371952"/>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flipH="1" flipV="1">
                <a:off x="-637648" y="7933719"/>
                <a:ext cx="3687765" cy="3010557"/>
              </a:xfrm>
              <a:custGeom>
                <a:avLst/>
                <a:gdLst/>
                <a:ahLst/>
                <a:cxnLst/>
                <a:rect l="l" t="t" r="r" b="b"/>
                <a:pathLst>
                  <a:path w="3687765" h="3010557">
                    <a:moveTo>
                      <a:pt x="3687766" y="3010557"/>
                    </a:moveTo>
                    <a:lnTo>
                      <a:pt x="0" y="3010557"/>
                    </a:lnTo>
                    <a:lnTo>
                      <a:pt x="0" y="0"/>
                    </a:lnTo>
                    <a:lnTo>
                      <a:pt x="3687766" y="0"/>
                    </a:lnTo>
                    <a:lnTo>
                      <a:pt x="3687766" y="3010557"/>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sp>
          <p:nvSpPr>
            <p:cNvPr id="5" name="TextBox 5"/>
            <p:cNvSpPr txBox="1"/>
            <p:nvPr/>
          </p:nvSpPr>
          <p:spPr>
            <a:xfrm>
              <a:off x="5165505" y="1313164"/>
              <a:ext cx="7956989" cy="1997076"/>
            </a:xfrm>
            <a:prstGeom prst="rect">
              <a:avLst/>
            </a:prstGeom>
          </p:spPr>
          <p:txBody>
            <a:bodyPr lIns="0" tIns="0" rIns="0" bIns="0" rtlCol="0" anchor="t">
              <a:spAutoFit/>
            </a:bodyPr>
            <a:lstStyle/>
            <a:p>
              <a:pPr algn="ctr">
                <a:lnSpc>
                  <a:spcPts val="7600"/>
                </a:lnSpc>
              </a:pPr>
              <a:r>
                <a:rPr lang="en-US" sz="8000" dirty="0">
                  <a:solidFill>
                    <a:srgbClr val="1B1A17"/>
                  </a:solidFill>
                  <a:latin typeface="IBM Plex Sans Condensed Bold"/>
                </a:rPr>
                <a:t>ASSESSMENT METHODS</a:t>
              </a:r>
            </a:p>
          </p:txBody>
        </p:sp>
        <p:grpSp>
          <p:nvGrpSpPr>
            <p:cNvPr id="13" name="Group 12">
              <a:extLst>
                <a:ext uri="{FF2B5EF4-FFF2-40B4-BE49-F238E27FC236}">
                  <a16:creationId xmlns:a16="http://schemas.microsoft.com/office/drawing/2014/main" id="{FABBB34C-4DD3-5E0F-EDE1-33C2D5FFDD54}"/>
                </a:ext>
              </a:extLst>
            </p:cNvPr>
            <p:cNvGrpSpPr/>
            <p:nvPr/>
          </p:nvGrpSpPr>
          <p:grpSpPr>
            <a:xfrm>
              <a:off x="2182721" y="4173643"/>
              <a:ext cx="6961279" cy="2759091"/>
              <a:chOff x="2182721" y="4173643"/>
              <a:chExt cx="6961279" cy="2759091"/>
            </a:xfrm>
          </p:grpSpPr>
          <p:sp>
            <p:nvSpPr>
              <p:cNvPr id="6" name="TextBox 6"/>
              <p:cNvSpPr txBox="1"/>
              <p:nvPr/>
            </p:nvSpPr>
            <p:spPr>
              <a:xfrm>
                <a:off x="3199714" y="4173643"/>
                <a:ext cx="4927293" cy="384175"/>
              </a:xfrm>
              <a:prstGeom prst="rect">
                <a:avLst/>
              </a:prstGeom>
            </p:spPr>
            <p:txBody>
              <a:bodyPr lIns="0" tIns="0" rIns="0" bIns="0" rtlCol="0" anchor="t">
                <a:spAutoFit/>
              </a:bodyPr>
              <a:lstStyle/>
              <a:p>
                <a:pPr algn="ctr">
                  <a:lnSpc>
                    <a:spcPts val="3049"/>
                  </a:lnSpc>
                </a:pPr>
                <a:r>
                  <a:rPr lang="en-US" sz="2499" dirty="0">
                    <a:solidFill>
                      <a:srgbClr val="1B1A17"/>
                    </a:solidFill>
                    <a:latin typeface="IBM Plex Sans Bold"/>
                  </a:rPr>
                  <a:t>QUALITATIVE RESEARCH</a:t>
                </a:r>
              </a:p>
            </p:txBody>
          </p:sp>
          <p:sp>
            <p:nvSpPr>
              <p:cNvPr id="8" name="TextBox 8"/>
              <p:cNvSpPr txBox="1"/>
              <p:nvPr/>
            </p:nvSpPr>
            <p:spPr>
              <a:xfrm>
                <a:off x="3135392" y="4962625"/>
                <a:ext cx="5055936" cy="432298"/>
              </a:xfrm>
              <a:prstGeom prst="rect">
                <a:avLst/>
              </a:prstGeom>
            </p:spPr>
            <p:txBody>
              <a:bodyPr wrap="square" lIns="0" tIns="0" rIns="0" bIns="0" rtlCol="0" anchor="t">
                <a:spAutoFit/>
              </a:bodyPr>
              <a:lstStyle/>
              <a:p>
                <a:pPr algn="ctr">
                  <a:lnSpc>
                    <a:spcPts val="3640"/>
                  </a:lnSpc>
                </a:pPr>
                <a:r>
                  <a:rPr lang="en-US" sz="2600" i="1" dirty="0">
                    <a:solidFill>
                      <a:srgbClr val="1B1A17"/>
                    </a:solidFill>
                    <a:latin typeface="Arial" panose="020B0604020202020204" pitchFamily="34" charset="0"/>
                    <a:cs typeface="Arial" panose="020B0604020202020204" pitchFamily="34" charset="0"/>
                  </a:rPr>
                  <a:t>Method: in-depth Interviews</a:t>
                </a:r>
              </a:p>
            </p:txBody>
          </p:sp>
          <p:sp>
            <p:nvSpPr>
              <p:cNvPr id="9" name="TextBox 9"/>
              <p:cNvSpPr txBox="1"/>
              <p:nvPr/>
            </p:nvSpPr>
            <p:spPr>
              <a:xfrm>
                <a:off x="2182721" y="5596919"/>
                <a:ext cx="6961279" cy="1335815"/>
              </a:xfrm>
              <a:prstGeom prst="rect">
                <a:avLst/>
              </a:prstGeom>
            </p:spPr>
            <p:txBody>
              <a:bodyPr lIns="0" tIns="0" rIns="0" bIns="0" rtlCol="0" anchor="t">
                <a:spAutoFit/>
              </a:bodyPr>
              <a:lstStyle/>
              <a:p>
                <a:pPr algn="ctr">
                  <a:lnSpc>
                    <a:spcPts val="3640"/>
                  </a:lnSpc>
                </a:pPr>
                <a:r>
                  <a:rPr lang="en-US" sz="2000" dirty="0">
                    <a:solidFill>
                      <a:srgbClr val="1B1A17"/>
                    </a:solidFill>
                    <a:latin typeface="Arial" panose="020B0604020202020204" pitchFamily="34" charset="0"/>
                    <a:cs typeface="Arial" panose="020B0604020202020204" pitchFamily="34" charset="0"/>
                  </a:rPr>
                  <a:t>In-depth interviews involve having detailed, open-ended conversations with individuals or groups to explore their experiences, perspectives, and believes. </a:t>
                </a:r>
              </a:p>
            </p:txBody>
          </p:sp>
        </p:grpSp>
        <p:grpSp>
          <p:nvGrpSpPr>
            <p:cNvPr id="15" name="Group 14">
              <a:extLst>
                <a:ext uri="{FF2B5EF4-FFF2-40B4-BE49-F238E27FC236}">
                  <a16:creationId xmlns:a16="http://schemas.microsoft.com/office/drawing/2014/main" id="{5F8CD13A-084E-1EAD-2383-86FDD32326DC}"/>
                </a:ext>
              </a:extLst>
            </p:cNvPr>
            <p:cNvGrpSpPr/>
            <p:nvPr/>
          </p:nvGrpSpPr>
          <p:grpSpPr>
            <a:xfrm>
              <a:off x="10379497" y="4173643"/>
              <a:ext cx="6879802" cy="2924393"/>
              <a:chOff x="10379497" y="4173643"/>
              <a:chExt cx="6879802" cy="2924393"/>
            </a:xfrm>
          </p:grpSpPr>
          <p:sp>
            <p:nvSpPr>
              <p:cNvPr id="10" name="TextBox 10"/>
              <p:cNvSpPr txBox="1"/>
              <p:nvPr/>
            </p:nvSpPr>
            <p:spPr>
              <a:xfrm>
                <a:off x="10379497" y="5596919"/>
                <a:ext cx="6879802" cy="1501117"/>
              </a:xfrm>
              <a:prstGeom prst="rect">
                <a:avLst/>
              </a:prstGeom>
            </p:spPr>
            <p:txBody>
              <a:bodyPr lIns="0" tIns="0" rIns="0" bIns="0" rtlCol="0" anchor="t">
                <a:spAutoFit/>
              </a:bodyPr>
              <a:lstStyle/>
              <a:p>
                <a:pPr algn="ctr">
                  <a:lnSpc>
                    <a:spcPts val="3049"/>
                  </a:lnSpc>
                </a:pPr>
                <a:r>
                  <a:rPr lang="en-US" sz="2000" dirty="0">
                    <a:solidFill>
                      <a:srgbClr val="1B1A17"/>
                    </a:solidFill>
                    <a:latin typeface="Arial" panose="020B0604020202020204" pitchFamily="34" charset="0"/>
                    <a:cs typeface="Arial" panose="020B0604020202020204" pitchFamily="34" charset="0"/>
                  </a:rPr>
                  <a:t>Surveys involve gathering standardized data from a large number of participants using structured questionnaires. The questions typically have predefined response options, such as multiple-choice, Likert scales, or ranking scales.</a:t>
                </a:r>
              </a:p>
            </p:txBody>
          </p:sp>
          <p:grpSp>
            <p:nvGrpSpPr>
              <p:cNvPr id="14" name="Group 13">
                <a:extLst>
                  <a:ext uri="{FF2B5EF4-FFF2-40B4-BE49-F238E27FC236}">
                    <a16:creationId xmlns:a16="http://schemas.microsoft.com/office/drawing/2014/main" id="{80F11737-E5E6-A769-5A9D-301F023C3BC0}"/>
                  </a:ext>
                </a:extLst>
              </p:cNvPr>
              <p:cNvGrpSpPr/>
              <p:nvPr/>
            </p:nvGrpSpPr>
            <p:grpSpPr>
              <a:xfrm>
                <a:off x="11355752" y="4173643"/>
                <a:ext cx="4927293" cy="1180940"/>
                <a:chOff x="11355752" y="4173643"/>
                <a:chExt cx="4927293" cy="1180940"/>
              </a:xfrm>
            </p:grpSpPr>
            <p:sp>
              <p:nvSpPr>
                <p:cNvPr id="7" name="TextBox 7"/>
                <p:cNvSpPr txBox="1"/>
                <p:nvPr/>
              </p:nvSpPr>
              <p:spPr>
                <a:xfrm>
                  <a:off x="11355752" y="4173643"/>
                  <a:ext cx="4927293" cy="384175"/>
                </a:xfrm>
                <a:prstGeom prst="rect">
                  <a:avLst/>
                </a:prstGeom>
              </p:spPr>
              <p:txBody>
                <a:bodyPr lIns="0" tIns="0" rIns="0" bIns="0" rtlCol="0" anchor="t">
                  <a:spAutoFit/>
                </a:bodyPr>
                <a:lstStyle/>
                <a:p>
                  <a:pPr algn="ctr">
                    <a:lnSpc>
                      <a:spcPts val="3049"/>
                    </a:lnSpc>
                  </a:pPr>
                  <a:r>
                    <a:rPr lang="en-US" sz="2499" dirty="0">
                      <a:solidFill>
                        <a:srgbClr val="1B1A17"/>
                      </a:solidFill>
                      <a:latin typeface="IBM Plex Sans Bold"/>
                    </a:rPr>
                    <a:t>QUANTITATIVE RESEARCH</a:t>
                  </a:r>
                </a:p>
              </p:txBody>
            </p:sp>
            <p:sp>
              <p:nvSpPr>
                <p:cNvPr id="11" name="TextBox 11"/>
                <p:cNvSpPr txBox="1"/>
                <p:nvPr/>
              </p:nvSpPr>
              <p:spPr>
                <a:xfrm>
                  <a:off x="11991782" y="4932416"/>
                  <a:ext cx="3655232" cy="422167"/>
                </a:xfrm>
                <a:prstGeom prst="rect">
                  <a:avLst/>
                </a:prstGeom>
              </p:spPr>
              <p:txBody>
                <a:bodyPr wrap="square" lIns="0" tIns="0" rIns="0" bIns="0" rtlCol="0" anchor="t">
                  <a:spAutoFit/>
                </a:bodyPr>
                <a:lstStyle/>
                <a:p>
                  <a:pPr algn="ctr">
                    <a:lnSpc>
                      <a:spcPts val="3640"/>
                    </a:lnSpc>
                  </a:pPr>
                  <a:r>
                    <a:rPr lang="en-US" sz="2600" i="1" dirty="0">
                      <a:solidFill>
                        <a:srgbClr val="1B1A17"/>
                      </a:solidFill>
                      <a:latin typeface="Arial" panose="020B0604020202020204" pitchFamily="34" charset="0"/>
                      <a:cs typeface="Arial" panose="020B0604020202020204" pitchFamily="34" charset="0"/>
                    </a:rPr>
                    <a:t>Method: Surveys</a:t>
                  </a:r>
                </a:p>
              </p:txBody>
            </p:sp>
          </p:gr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2BF9081-BC3F-C397-E92D-61C3E55E6661}"/>
              </a:ext>
            </a:extLst>
          </p:cNvPr>
          <p:cNvGrpSpPr/>
          <p:nvPr/>
        </p:nvGrpSpPr>
        <p:grpSpPr>
          <a:xfrm>
            <a:off x="-637648" y="-903658"/>
            <a:ext cx="18925648" cy="11847935"/>
            <a:chOff x="-637648" y="-903658"/>
            <a:chExt cx="18925648" cy="11847935"/>
          </a:xfrm>
        </p:grpSpPr>
        <p:sp>
          <p:nvSpPr>
            <p:cNvPr id="2" name="Freeform 2"/>
            <p:cNvSpPr/>
            <p:nvPr/>
          </p:nvSpPr>
          <p:spPr>
            <a:xfrm>
              <a:off x="11742286" y="-903658"/>
              <a:ext cx="6545714" cy="4367776"/>
            </a:xfrm>
            <a:custGeom>
              <a:avLst/>
              <a:gdLst/>
              <a:ahLst/>
              <a:cxnLst/>
              <a:rect l="l" t="t" r="r" b="b"/>
              <a:pathLst>
                <a:path w="6545714" h="4367776">
                  <a:moveTo>
                    <a:pt x="0" y="0"/>
                  </a:moveTo>
                  <a:lnTo>
                    <a:pt x="6545714" y="0"/>
                  </a:lnTo>
                  <a:lnTo>
                    <a:pt x="6545714" y="4367776"/>
                  </a:lnTo>
                  <a:lnTo>
                    <a:pt x="0" y="43677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flipV="1">
              <a:off x="-637648" y="7572324"/>
              <a:ext cx="4130454" cy="3371953"/>
            </a:xfrm>
            <a:custGeom>
              <a:avLst/>
              <a:gdLst/>
              <a:ahLst/>
              <a:cxnLst/>
              <a:rect l="l" t="t" r="r" b="b"/>
              <a:pathLst>
                <a:path w="4130454" h="3371953">
                  <a:moveTo>
                    <a:pt x="4130455" y="3371952"/>
                  </a:moveTo>
                  <a:lnTo>
                    <a:pt x="0" y="3371952"/>
                  </a:lnTo>
                  <a:lnTo>
                    <a:pt x="0" y="0"/>
                  </a:lnTo>
                  <a:lnTo>
                    <a:pt x="4130455" y="0"/>
                  </a:lnTo>
                  <a:lnTo>
                    <a:pt x="4130455" y="3371952"/>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flipH="1" flipV="1">
              <a:off x="-637648" y="7933719"/>
              <a:ext cx="3687765" cy="3010557"/>
            </a:xfrm>
            <a:custGeom>
              <a:avLst/>
              <a:gdLst/>
              <a:ahLst/>
              <a:cxnLst/>
              <a:rect l="l" t="t" r="r" b="b"/>
              <a:pathLst>
                <a:path w="3687765" h="3010557">
                  <a:moveTo>
                    <a:pt x="3687766" y="3010557"/>
                  </a:moveTo>
                  <a:lnTo>
                    <a:pt x="0" y="3010557"/>
                  </a:lnTo>
                  <a:lnTo>
                    <a:pt x="0" y="0"/>
                  </a:lnTo>
                  <a:lnTo>
                    <a:pt x="3687766" y="0"/>
                  </a:lnTo>
                  <a:lnTo>
                    <a:pt x="3687766" y="3010557"/>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TextBox 5"/>
            <p:cNvSpPr txBox="1"/>
            <p:nvPr/>
          </p:nvSpPr>
          <p:spPr>
            <a:xfrm>
              <a:off x="434932" y="591167"/>
              <a:ext cx="11717518" cy="1035051"/>
            </a:xfrm>
            <a:prstGeom prst="rect">
              <a:avLst/>
            </a:prstGeom>
          </p:spPr>
          <p:txBody>
            <a:bodyPr lIns="0" tIns="0" rIns="0" bIns="0" rtlCol="0" anchor="t">
              <a:spAutoFit/>
            </a:bodyPr>
            <a:lstStyle/>
            <a:p>
              <a:pPr>
                <a:lnSpc>
                  <a:spcPts val="7600"/>
                </a:lnSpc>
              </a:pPr>
              <a:r>
                <a:rPr lang="en-US" sz="8000" dirty="0">
                  <a:solidFill>
                    <a:srgbClr val="1B1A17"/>
                  </a:solidFill>
                  <a:latin typeface="IBM Plex Sans Condensed Bold"/>
                </a:rPr>
                <a:t>PRACTICAL APPLICATION</a:t>
              </a:r>
            </a:p>
          </p:txBody>
        </p:sp>
        <p:sp>
          <p:nvSpPr>
            <p:cNvPr id="6" name="TextBox 6"/>
            <p:cNvSpPr txBox="1"/>
            <p:nvPr/>
          </p:nvSpPr>
          <p:spPr>
            <a:xfrm>
              <a:off x="434932" y="2472174"/>
              <a:ext cx="17059970" cy="746379"/>
            </a:xfrm>
            <a:prstGeom prst="rect">
              <a:avLst/>
            </a:prstGeom>
          </p:spPr>
          <p:txBody>
            <a:bodyPr lIns="0" tIns="0" rIns="0" bIns="0" rtlCol="0" anchor="t">
              <a:spAutoFit/>
            </a:bodyPr>
            <a:lstStyle/>
            <a:p>
              <a:pPr>
                <a:lnSpc>
                  <a:spcPts val="2928"/>
                </a:lnSpc>
              </a:pPr>
              <a:r>
                <a:rPr lang="en-US" sz="2400" dirty="0">
                  <a:solidFill>
                    <a:srgbClr val="1B1A17"/>
                  </a:solidFill>
                  <a:latin typeface="IBM Plex Sans Bold"/>
                </a:rPr>
                <a:t>RESEARCH OBJECTIVE: </a:t>
              </a:r>
              <a:r>
                <a:rPr lang="en-US" sz="2400" dirty="0">
                  <a:solidFill>
                    <a:srgbClr val="1B1A17"/>
                  </a:solidFill>
                  <a:latin typeface="IBM Plex Sans"/>
                </a:rPr>
                <a:t>STUDY THE FACTORS CONTRIBUTING TO DECLINING MORALE AMONG EMPLOYEES TO GAIN INSIGHTS FOR ENHANCING OVERALL MORALE AND JOB SATISFACTION</a:t>
              </a:r>
            </a:p>
          </p:txBody>
        </p:sp>
        <p:sp>
          <p:nvSpPr>
            <p:cNvPr id="7" name="TextBox 7"/>
            <p:cNvSpPr txBox="1"/>
            <p:nvPr/>
          </p:nvSpPr>
          <p:spPr>
            <a:xfrm>
              <a:off x="434932" y="1730993"/>
              <a:ext cx="12657651" cy="546107"/>
            </a:xfrm>
            <a:prstGeom prst="rect">
              <a:avLst/>
            </a:prstGeom>
          </p:spPr>
          <p:txBody>
            <a:bodyPr lIns="0" tIns="0" rIns="0" bIns="0" rtlCol="0" anchor="t">
              <a:spAutoFit/>
            </a:bodyPr>
            <a:lstStyle/>
            <a:p>
              <a:pPr>
                <a:lnSpc>
                  <a:spcPts val="4085"/>
                </a:lnSpc>
              </a:pPr>
              <a:r>
                <a:rPr lang="en-US" sz="4300" dirty="0">
                  <a:solidFill>
                    <a:srgbClr val="304994"/>
                  </a:solidFill>
                  <a:latin typeface="IBM Plex Sans Condensed Bold Italics"/>
                </a:rPr>
                <a:t>QUALITATIVE METHOD EXAMPLE</a:t>
              </a:r>
            </a:p>
          </p:txBody>
        </p:sp>
        <p:sp>
          <p:nvSpPr>
            <p:cNvPr id="8" name="TextBox 8"/>
            <p:cNvSpPr txBox="1"/>
            <p:nvPr/>
          </p:nvSpPr>
          <p:spPr>
            <a:xfrm>
              <a:off x="417003" y="3958660"/>
              <a:ext cx="8709068" cy="1413383"/>
            </a:xfrm>
            <a:prstGeom prst="rect">
              <a:avLst/>
            </a:prstGeom>
          </p:spPr>
          <p:txBody>
            <a:bodyPr lIns="0" tIns="0" rIns="0" bIns="0" rtlCol="0" anchor="t">
              <a:spAutoFit/>
            </a:bodyPr>
            <a:lstStyle/>
            <a:p>
              <a:pPr>
                <a:lnSpc>
                  <a:spcPts val="2806"/>
                </a:lnSpc>
              </a:pPr>
              <a:r>
                <a:rPr lang="en-US" sz="2300" dirty="0">
                  <a:solidFill>
                    <a:srgbClr val="1B1A17"/>
                  </a:solidFill>
                  <a:latin typeface="Arial" panose="020B0604020202020204" pitchFamily="34" charset="0"/>
                  <a:cs typeface="Arial" panose="020B0604020202020204" pitchFamily="34" charset="0"/>
                </a:rPr>
                <a:t>Identify key characteristics or subgroups of employees</a:t>
              </a:r>
            </a:p>
            <a:p>
              <a:pPr marL="993141" lvl="2" indent="-331047">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Employment Status, Position Title, Tenure, good performance (i.e. not on a performance plan)</a:t>
              </a:r>
            </a:p>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Recruit equal % of participants across tenure levels </a:t>
              </a:r>
            </a:p>
          </p:txBody>
        </p:sp>
        <p:sp>
          <p:nvSpPr>
            <p:cNvPr id="9" name="TextBox 9"/>
            <p:cNvSpPr txBox="1"/>
            <p:nvPr/>
          </p:nvSpPr>
          <p:spPr>
            <a:xfrm>
              <a:off x="421485" y="5851779"/>
              <a:ext cx="8709068" cy="384175"/>
            </a:xfrm>
            <a:prstGeom prst="rect">
              <a:avLst/>
            </a:prstGeom>
          </p:spPr>
          <p:txBody>
            <a:bodyPr lIns="0" tIns="0" rIns="0" bIns="0" rtlCol="0" anchor="t">
              <a:spAutoFit/>
            </a:bodyPr>
            <a:lstStyle/>
            <a:p>
              <a:pPr>
                <a:lnSpc>
                  <a:spcPts val="3049"/>
                </a:lnSpc>
              </a:pPr>
              <a:r>
                <a:rPr lang="en-US" sz="2499" dirty="0">
                  <a:solidFill>
                    <a:srgbClr val="1B1A17"/>
                  </a:solidFill>
                  <a:latin typeface="IBM Plex Sans Bold"/>
                </a:rPr>
                <a:t>SAMPLE: QUOTA SAMPLING </a:t>
              </a:r>
            </a:p>
          </p:txBody>
        </p:sp>
        <p:sp>
          <p:nvSpPr>
            <p:cNvPr id="10" name="TextBox 10"/>
            <p:cNvSpPr txBox="1"/>
            <p:nvPr/>
          </p:nvSpPr>
          <p:spPr>
            <a:xfrm>
              <a:off x="417003" y="6309099"/>
              <a:ext cx="7828279" cy="2773580"/>
            </a:xfrm>
            <a:prstGeom prst="rect">
              <a:avLst/>
            </a:prstGeom>
          </p:spPr>
          <p:txBody>
            <a:bodyPr lIns="0" tIns="0" rIns="0" bIns="0" rtlCol="0" anchor="t">
              <a:spAutoFit/>
            </a:bodyPr>
            <a:lstStyle/>
            <a:p>
              <a:pPr>
                <a:lnSpc>
                  <a:spcPts val="2806"/>
                </a:lnSpc>
              </a:pPr>
              <a:r>
                <a:rPr lang="en-US" sz="2300" dirty="0">
                  <a:solidFill>
                    <a:srgbClr val="1B1A17"/>
                  </a:solidFill>
                  <a:latin typeface="Arial" panose="020B0604020202020204" pitchFamily="34" charset="0"/>
                  <a:cs typeface="Arial" panose="020B0604020202020204" pitchFamily="34" charset="0"/>
                </a:rPr>
                <a:t>Full time employees with varying lengths of tenure will be researched to capture employees at different stages of their career with the organization</a:t>
              </a:r>
            </a:p>
            <a:p>
              <a:pPr marL="539749" lvl="1" indent="-269875">
                <a:lnSpc>
                  <a:spcPts val="3049"/>
                </a:lnSpc>
                <a:buFont typeface="Arial"/>
                <a:buChar char="•"/>
              </a:pPr>
              <a:r>
                <a:rPr lang="en-US" sz="2499" dirty="0">
                  <a:solidFill>
                    <a:srgbClr val="1B1A17"/>
                  </a:solidFill>
                  <a:latin typeface="Arial" panose="020B0604020202020204" pitchFamily="34" charset="0"/>
                  <a:cs typeface="Arial" panose="020B0604020202020204" pitchFamily="34" charset="0"/>
                </a:rPr>
                <a:t>Tenure ranges include: </a:t>
              </a:r>
            </a:p>
            <a:p>
              <a:pPr marL="906783" lvl="2" indent="-302261">
                <a:lnSpc>
                  <a:spcPts val="2562"/>
                </a:lnSpc>
                <a:buFont typeface="Arial"/>
                <a:buChar char="⚬"/>
              </a:pPr>
              <a:r>
                <a:rPr lang="en-US" sz="2100" dirty="0">
                  <a:solidFill>
                    <a:srgbClr val="1B1A17"/>
                  </a:solidFill>
                  <a:latin typeface="Arial" panose="020B0604020202020204" pitchFamily="34" charset="0"/>
                  <a:cs typeface="Arial" panose="020B0604020202020204" pitchFamily="34" charset="0"/>
                </a:rPr>
                <a:t> 6 mo. to 2 years </a:t>
              </a:r>
            </a:p>
            <a:p>
              <a:pPr marL="906783" lvl="2" indent="-302261">
                <a:lnSpc>
                  <a:spcPts val="2562"/>
                </a:lnSpc>
                <a:buFont typeface="Arial"/>
                <a:buChar char="⚬"/>
              </a:pPr>
              <a:r>
                <a:rPr lang="en-US" sz="2100" dirty="0">
                  <a:solidFill>
                    <a:srgbClr val="1B1A17"/>
                  </a:solidFill>
                  <a:latin typeface="Arial" panose="020B0604020202020204" pitchFamily="34" charset="0"/>
                  <a:cs typeface="Arial" panose="020B0604020202020204" pitchFamily="34" charset="0"/>
                </a:rPr>
                <a:t>3 to 5 years </a:t>
              </a:r>
            </a:p>
            <a:p>
              <a:pPr marL="906783" lvl="2" indent="-302261">
                <a:lnSpc>
                  <a:spcPts val="2562"/>
                </a:lnSpc>
                <a:buFont typeface="Arial"/>
                <a:buChar char="⚬"/>
              </a:pPr>
              <a:r>
                <a:rPr lang="en-US" sz="2100" dirty="0">
                  <a:solidFill>
                    <a:srgbClr val="1B1A17"/>
                  </a:solidFill>
                  <a:latin typeface="Arial" panose="020B0604020202020204" pitchFamily="34" charset="0"/>
                  <a:cs typeface="Arial" panose="020B0604020202020204" pitchFamily="34" charset="0"/>
                </a:rPr>
                <a:t>6 to 10 years </a:t>
              </a:r>
            </a:p>
            <a:p>
              <a:pPr marL="906783" lvl="2" indent="-302261">
                <a:lnSpc>
                  <a:spcPts val="2562"/>
                </a:lnSpc>
                <a:buFont typeface="Arial"/>
                <a:buChar char="⚬"/>
              </a:pPr>
              <a:r>
                <a:rPr lang="en-US" sz="2100" dirty="0">
                  <a:solidFill>
                    <a:srgbClr val="1B1A17"/>
                  </a:solidFill>
                  <a:latin typeface="Arial" panose="020B0604020202020204" pitchFamily="34" charset="0"/>
                  <a:cs typeface="Arial" panose="020B0604020202020204" pitchFamily="34" charset="0"/>
                </a:rPr>
                <a:t>10+ years </a:t>
              </a:r>
            </a:p>
          </p:txBody>
        </p:sp>
        <p:sp>
          <p:nvSpPr>
            <p:cNvPr id="11" name="TextBox 11"/>
            <p:cNvSpPr txBox="1"/>
            <p:nvPr/>
          </p:nvSpPr>
          <p:spPr>
            <a:xfrm>
              <a:off x="417003" y="3481980"/>
              <a:ext cx="3320372" cy="384175"/>
            </a:xfrm>
            <a:prstGeom prst="rect">
              <a:avLst/>
            </a:prstGeom>
          </p:spPr>
          <p:txBody>
            <a:bodyPr lIns="0" tIns="0" rIns="0" bIns="0" rtlCol="0" anchor="t">
              <a:spAutoFit/>
            </a:bodyPr>
            <a:lstStyle/>
            <a:p>
              <a:pPr>
                <a:lnSpc>
                  <a:spcPts val="3049"/>
                </a:lnSpc>
              </a:pPr>
              <a:r>
                <a:rPr lang="en-US" sz="2499">
                  <a:solidFill>
                    <a:srgbClr val="1B1A17"/>
                  </a:solidFill>
                  <a:latin typeface="IBM Plex Sans Bold"/>
                </a:rPr>
                <a:t>RESEARCH DESIGN</a:t>
              </a:r>
            </a:p>
          </p:txBody>
        </p:sp>
        <p:sp>
          <p:nvSpPr>
            <p:cNvPr id="12" name="TextBox 12"/>
            <p:cNvSpPr txBox="1"/>
            <p:nvPr/>
          </p:nvSpPr>
          <p:spPr>
            <a:xfrm>
              <a:off x="11342338" y="6235954"/>
              <a:ext cx="5268540" cy="504833"/>
            </a:xfrm>
            <a:prstGeom prst="rect">
              <a:avLst/>
            </a:prstGeom>
          </p:spPr>
          <p:txBody>
            <a:bodyPr lIns="0" tIns="0" rIns="0" bIns="0" rtlCol="0" anchor="t">
              <a:spAutoFit/>
            </a:bodyPr>
            <a:lstStyle/>
            <a:p>
              <a:pPr>
                <a:lnSpc>
                  <a:spcPts val="3705"/>
                </a:lnSpc>
              </a:pPr>
              <a:r>
                <a:rPr lang="en-US" sz="3900">
                  <a:solidFill>
                    <a:srgbClr val="1B1A17"/>
                  </a:solidFill>
                  <a:latin typeface="IBM Plex Sans Condensed Bold"/>
                </a:rPr>
                <a:t>ANTICIPATED RESULTS</a:t>
              </a:r>
            </a:p>
          </p:txBody>
        </p:sp>
        <p:sp>
          <p:nvSpPr>
            <p:cNvPr id="13" name="AutoShape 13"/>
            <p:cNvSpPr/>
            <p:nvPr/>
          </p:nvSpPr>
          <p:spPr>
            <a:xfrm>
              <a:off x="9717200" y="3778135"/>
              <a:ext cx="0" cy="6492240"/>
            </a:xfrm>
            <a:prstGeom prst="line">
              <a:avLst/>
            </a:prstGeom>
            <a:ln w="38100" cap="flat">
              <a:solidFill>
                <a:srgbClr val="000000"/>
              </a:solidFill>
              <a:prstDash val="sysDot"/>
              <a:headEnd type="none" w="sm" len="sm"/>
              <a:tailEnd type="none" w="sm" len="sm"/>
            </a:ln>
          </p:spPr>
          <p:txBody>
            <a:bodyPr/>
            <a:lstStyle/>
            <a:p>
              <a:endParaRPr lang="en-US"/>
            </a:p>
          </p:txBody>
        </p:sp>
        <p:sp>
          <p:nvSpPr>
            <p:cNvPr id="14" name="TextBox 14"/>
            <p:cNvSpPr txBox="1"/>
            <p:nvPr/>
          </p:nvSpPr>
          <p:spPr>
            <a:xfrm>
              <a:off x="10458313" y="6921762"/>
              <a:ext cx="7036589" cy="1413657"/>
            </a:xfrm>
            <a:prstGeom prst="rect">
              <a:avLst/>
            </a:prstGeom>
          </p:spPr>
          <p:txBody>
            <a:bodyPr lIns="0" tIns="0" rIns="0" bIns="0" rtlCol="0" anchor="t">
              <a:spAutoFit/>
            </a:bodyPr>
            <a:lstStyle/>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Identify patter or themes across different tenure groups </a:t>
              </a:r>
            </a:p>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insights into specific challenges </a:t>
              </a:r>
            </a:p>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Recommendations for enhancing overall morale</a:t>
              </a:r>
            </a:p>
          </p:txBody>
        </p:sp>
        <p:sp>
          <p:nvSpPr>
            <p:cNvPr id="15" name="TextBox 15"/>
            <p:cNvSpPr txBox="1"/>
            <p:nvPr/>
          </p:nvSpPr>
          <p:spPr>
            <a:xfrm>
              <a:off x="11299196" y="3743291"/>
              <a:ext cx="5268540" cy="504833"/>
            </a:xfrm>
            <a:prstGeom prst="rect">
              <a:avLst/>
            </a:prstGeom>
          </p:spPr>
          <p:txBody>
            <a:bodyPr lIns="0" tIns="0" rIns="0" bIns="0" rtlCol="0" anchor="t">
              <a:spAutoFit/>
            </a:bodyPr>
            <a:lstStyle/>
            <a:p>
              <a:pPr>
                <a:lnSpc>
                  <a:spcPts val="3705"/>
                </a:lnSpc>
              </a:pPr>
              <a:r>
                <a:rPr lang="en-US" sz="3900" dirty="0">
                  <a:solidFill>
                    <a:srgbClr val="1B1A17"/>
                  </a:solidFill>
                  <a:latin typeface="IBM Plex Sans Condensed Bold"/>
                </a:rPr>
                <a:t>STATISTICAL ANALYSIS</a:t>
              </a:r>
            </a:p>
          </p:txBody>
        </p:sp>
        <p:sp>
          <p:nvSpPr>
            <p:cNvPr id="16" name="TextBox 16"/>
            <p:cNvSpPr txBox="1"/>
            <p:nvPr/>
          </p:nvSpPr>
          <p:spPr>
            <a:xfrm>
              <a:off x="10220919" y="4486248"/>
              <a:ext cx="7425095" cy="309245"/>
            </a:xfrm>
            <a:prstGeom prst="rect">
              <a:avLst/>
            </a:prstGeom>
          </p:spPr>
          <p:txBody>
            <a:bodyPr lIns="0" tIns="0" rIns="0" bIns="0" rtlCol="0" anchor="t">
              <a:spAutoFit/>
            </a:bodyPr>
            <a:lstStyle/>
            <a:p>
              <a:pPr algn="ctr">
                <a:lnSpc>
                  <a:spcPts val="2440"/>
                </a:lnSpc>
              </a:pPr>
              <a:r>
                <a:rPr lang="en-US" sz="2000" dirty="0">
                  <a:solidFill>
                    <a:srgbClr val="1B1A17"/>
                  </a:solidFill>
                  <a:latin typeface="Arial" panose="020B0604020202020204" pitchFamily="34" charset="0"/>
                  <a:cs typeface="Arial" panose="020B0604020202020204" pitchFamily="34" charset="0"/>
                </a:rPr>
                <a:t>Coding and Thematical analysis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E041BA3C-AA7C-9246-2A3C-37C83C359AB6}"/>
              </a:ext>
            </a:extLst>
          </p:cNvPr>
          <p:cNvGrpSpPr/>
          <p:nvPr/>
        </p:nvGrpSpPr>
        <p:grpSpPr>
          <a:xfrm>
            <a:off x="-637648" y="-903658"/>
            <a:ext cx="18925648" cy="11847935"/>
            <a:chOff x="-637648" y="-903658"/>
            <a:chExt cx="18925648" cy="11847935"/>
          </a:xfrm>
        </p:grpSpPr>
        <p:sp>
          <p:nvSpPr>
            <p:cNvPr id="2" name="Freeform 2"/>
            <p:cNvSpPr/>
            <p:nvPr/>
          </p:nvSpPr>
          <p:spPr>
            <a:xfrm>
              <a:off x="11742286" y="-903658"/>
              <a:ext cx="6545714" cy="4367776"/>
            </a:xfrm>
            <a:custGeom>
              <a:avLst/>
              <a:gdLst/>
              <a:ahLst/>
              <a:cxnLst/>
              <a:rect l="l" t="t" r="r" b="b"/>
              <a:pathLst>
                <a:path w="6545714" h="4367776">
                  <a:moveTo>
                    <a:pt x="0" y="0"/>
                  </a:moveTo>
                  <a:lnTo>
                    <a:pt x="6545714" y="0"/>
                  </a:lnTo>
                  <a:lnTo>
                    <a:pt x="6545714" y="4367776"/>
                  </a:lnTo>
                  <a:lnTo>
                    <a:pt x="0" y="43677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flipV="1">
              <a:off x="-637648" y="7572324"/>
              <a:ext cx="4130454" cy="3371953"/>
            </a:xfrm>
            <a:custGeom>
              <a:avLst/>
              <a:gdLst/>
              <a:ahLst/>
              <a:cxnLst/>
              <a:rect l="l" t="t" r="r" b="b"/>
              <a:pathLst>
                <a:path w="4130454" h="3371953">
                  <a:moveTo>
                    <a:pt x="4130455" y="3371952"/>
                  </a:moveTo>
                  <a:lnTo>
                    <a:pt x="0" y="3371952"/>
                  </a:lnTo>
                  <a:lnTo>
                    <a:pt x="0" y="0"/>
                  </a:lnTo>
                  <a:lnTo>
                    <a:pt x="4130455" y="0"/>
                  </a:lnTo>
                  <a:lnTo>
                    <a:pt x="4130455" y="3371952"/>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flipH="1" flipV="1">
              <a:off x="-637648" y="7933719"/>
              <a:ext cx="3687765" cy="3010557"/>
            </a:xfrm>
            <a:custGeom>
              <a:avLst/>
              <a:gdLst/>
              <a:ahLst/>
              <a:cxnLst/>
              <a:rect l="l" t="t" r="r" b="b"/>
              <a:pathLst>
                <a:path w="3687765" h="3010557">
                  <a:moveTo>
                    <a:pt x="3687766" y="3010557"/>
                  </a:moveTo>
                  <a:lnTo>
                    <a:pt x="0" y="3010557"/>
                  </a:lnTo>
                  <a:lnTo>
                    <a:pt x="0" y="0"/>
                  </a:lnTo>
                  <a:lnTo>
                    <a:pt x="3687766" y="0"/>
                  </a:lnTo>
                  <a:lnTo>
                    <a:pt x="3687766" y="3010557"/>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TextBox 5"/>
            <p:cNvSpPr txBox="1"/>
            <p:nvPr/>
          </p:nvSpPr>
          <p:spPr>
            <a:xfrm>
              <a:off x="434932" y="591167"/>
              <a:ext cx="11717518" cy="1035051"/>
            </a:xfrm>
            <a:prstGeom prst="rect">
              <a:avLst/>
            </a:prstGeom>
          </p:spPr>
          <p:txBody>
            <a:bodyPr lIns="0" tIns="0" rIns="0" bIns="0" rtlCol="0" anchor="t">
              <a:spAutoFit/>
            </a:bodyPr>
            <a:lstStyle/>
            <a:p>
              <a:pPr>
                <a:lnSpc>
                  <a:spcPts val="7600"/>
                </a:lnSpc>
              </a:pPr>
              <a:r>
                <a:rPr lang="en-US" sz="8000">
                  <a:solidFill>
                    <a:srgbClr val="1B1A17"/>
                  </a:solidFill>
                  <a:latin typeface="IBM Plex Sans Condensed Bold"/>
                </a:rPr>
                <a:t>PRACTICAL APPLICATION</a:t>
              </a:r>
            </a:p>
          </p:txBody>
        </p:sp>
        <p:sp>
          <p:nvSpPr>
            <p:cNvPr id="6" name="TextBox 6"/>
            <p:cNvSpPr txBox="1"/>
            <p:nvPr/>
          </p:nvSpPr>
          <p:spPr>
            <a:xfrm>
              <a:off x="434932" y="2660281"/>
              <a:ext cx="17059970" cy="746379"/>
            </a:xfrm>
            <a:prstGeom prst="rect">
              <a:avLst/>
            </a:prstGeom>
          </p:spPr>
          <p:txBody>
            <a:bodyPr lIns="0" tIns="0" rIns="0" bIns="0" rtlCol="0" anchor="t">
              <a:spAutoFit/>
            </a:bodyPr>
            <a:lstStyle/>
            <a:p>
              <a:pPr>
                <a:lnSpc>
                  <a:spcPts val="2928"/>
                </a:lnSpc>
              </a:pPr>
              <a:r>
                <a:rPr lang="en-US" sz="2400" dirty="0">
                  <a:solidFill>
                    <a:srgbClr val="1B1A17"/>
                  </a:solidFill>
                  <a:latin typeface="IBM Plex Sans Bold"/>
                </a:rPr>
                <a:t>RESEARCH OBJECTIVE: </a:t>
              </a:r>
              <a:r>
                <a:rPr lang="en-US" sz="2400" dirty="0">
                  <a:solidFill>
                    <a:srgbClr val="1B1A17"/>
                  </a:solidFill>
                  <a:latin typeface="IBM Plex Sans"/>
                </a:rPr>
                <a:t>IDENTIFY THE KEY FACTORS CONTRIBUTING TO HIGH ATTRITION RATES WITHIN THE ORGANIZATION AND DEVELOP STRATEGIES TO REDUCE EMPLOYEE TURNOVER.</a:t>
              </a:r>
            </a:p>
          </p:txBody>
        </p:sp>
        <p:sp>
          <p:nvSpPr>
            <p:cNvPr id="7" name="TextBox 7"/>
            <p:cNvSpPr txBox="1"/>
            <p:nvPr/>
          </p:nvSpPr>
          <p:spPr>
            <a:xfrm>
              <a:off x="434932" y="1730993"/>
              <a:ext cx="12657651" cy="546107"/>
            </a:xfrm>
            <a:prstGeom prst="rect">
              <a:avLst/>
            </a:prstGeom>
          </p:spPr>
          <p:txBody>
            <a:bodyPr lIns="0" tIns="0" rIns="0" bIns="0" rtlCol="0" anchor="t">
              <a:spAutoFit/>
            </a:bodyPr>
            <a:lstStyle/>
            <a:p>
              <a:pPr>
                <a:lnSpc>
                  <a:spcPts val="4085"/>
                </a:lnSpc>
              </a:pPr>
              <a:r>
                <a:rPr lang="en-US" sz="4300">
                  <a:solidFill>
                    <a:srgbClr val="304994"/>
                  </a:solidFill>
                  <a:latin typeface="IBM Plex Sans Condensed Bold Italics"/>
                </a:rPr>
                <a:t>QUANTITATIVE METHOD EXAMPLE</a:t>
              </a:r>
            </a:p>
          </p:txBody>
        </p:sp>
        <p:sp>
          <p:nvSpPr>
            <p:cNvPr id="8" name="TextBox 8"/>
            <p:cNvSpPr txBox="1"/>
            <p:nvPr/>
          </p:nvSpPr>
          <p:spPr>
            <a:xfrm>
              <a:off x="434932" y="4260596"/>
              <a:ext cx="8709068" cy="1772729"/>
            </a:xfrm>
            <a:prstGeom prst="rect">
              <a:avLst/>
            </a:prstGeom>
          </p:spPr>
          <p:txBody>
            <a:bodyPr lIns="0" tIns="0" rIns="0" bIns="0" rtlCol="0" anchor="t">
              <a:spAutoFit/>
            </a:bodyPr>
            <a:lstStyle/>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A comprehensive survey among current and exiting employees to gather quantitative data on various aspects related to their employee experience and reasons for leaving (if applicable).</a:t>
              </a:r>
            </a:p>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The survey questionnaire to include: Close-ended and Likert Scale questions. </a:t>
              </a:r>
            </a:p>
          </p:txBody>
        </p:sp>
        <p:sp>
          <p:nvSpPr>
            <p:cNvPr id="9" name="TextBox 9"/>
            <p:cNvSpPr txBox="1"/>
            <p:nvPr/>
          </p:nvSpPr>
          <p:spPr>
            <a:xfrm>
              <a:off x="434932" y="6769354"/>
              <a:ext cx="8709068" cy="384175"/>
            </a:xfrm>
            <a:prstGeom prst="rect">
              <a:avLst/>
            </a:prstGeom>
          </p:spPr>
          <p:txBody>
            <a:bodyPr lIns="0" tIns="0" rIns="0" bIns="0" rtlCol="0" anchor="t">
              <a:spAutoFit/>
            </a:bodyPr>
            <a:lstStyle/>
            <a:p>
              <a:pPr>
                <a:lnSpc>
                  <a:spcPts val="3049"/>
                </a:lnSpc>
              </a:pPr>
              <a:r>
                <a:rPr lang="en-US" sz="2499">
                  <a:solidFill>
                    <a:srgbClr val="1B1A17"/>
                  </a:solidFill>
                  <a:latin typeface="IBM Plex Sans Bold"/>
                </a:rPr>
                <a:t>SAMPLE: STRATIFIED RANDOM SAMPLING</a:t>
              </a:r>
            </a:p>
          </p:txBody>
        </p:sp>
        <p:sp>
          <p:nvSpPr>
            <p:cNvPr id="10" name="TextBox 10"/>
            <p:cNvSpPr txBox="1"/>
            <p:nvPr/>
          </p:nvSpPr>
          <p:spPr>
            <a:xfrm>
              <a:off x="434932" y="7305879"/>
              <a:ext cx="7828279" cy="1479804"/>
            </a:xfrm>
            <a:prstGeom prst="rect">
              <a:avLst/>
            </a:prstGeom>
          </p:spPr>
          <p:txBody>
            <a:bodyPr lIns="0" tIns="0" rIns="0" bIns="0" rtlCol="0" anchor="t">
              <a:spAutoFit/>
            </a:bodyPr>
            <a:lstStyle/>
            <a:p>
              <a:pPr marL="518160" lvl="1" indent="-259080">
                <a:lnSpc>
                  <a:spcPts val="2928"/>
                </a:lnSpc>
                <a:buFont typeface="Arial"/>
                <a:buChar char="•"/>
              </a:pPr>
              <a:r>
                <a:rPr lang="en-US" sz="2400" dirty="0">
                  <a:solidFill>
                    <a:srgbClr val="1B1A17"/>
                  </a:solidFill>
                  <a:latin typeface="Arial" panose="020B0604020202020204" pitchFamily="34" charset="0"/>
                  <a:cs typeface="Arial" panose="020B0604020202020204" pitchFamily="34" charset="0"/>
                </a:rPr>
                <a:t>Stratified sampling to represent full time  employees (i.e. not temporary contract), departments, role, and tenure. </a:t>
              </a:r>
            </a:p>
            <a:p>
              <a:pPr>
                <a:lnSpc>
                  <a:spcPts val="2928"/>
                </a:lnSpc>
              </a:pPr>
              <a:endParaRPr lang="en-US" sz="2400" dirty="0">
                <a:solidFill>
                  <a:srgbClr val="1B1A17"/>
                </a:solidFill>
                <a:latin typeface="Arial" panose="020B0604020202020204" pitchFamily="34" charset="0"/>
                <a:cs typeface="Arial" panose="020B0604020202020204" pitchFamily="34" charset="0"/>
              </a:endParaRPr>
            </a:p>
          </p:txBody>
        </p:sp>
        <p:sp>
          <p:nvSpPr>
            <p:cNvPr id="11" name="TextBox 11"/>
            <p:cNvSpPr txBox="1"/>
            <p:nvPr/>
          </p:nvSpPr>
          <p:spPr>
            <a:xfrm>
              <a:off x="434932" y="3768610"/>
              <a:ext cx="5175896" cy="384175"/>
            </a:xfrm>
            <a:prstGeom prst="rect">
              <a:avLst/>
            </a:prstGeom>
          </p:spPr>
          <p:txBody>
            <a:bodyPr lIns="0" tIns="0" rIns="0" bIns="0" rtlCol="0" anchor="t">
              <a:spAutoFit/>
            </a:bodyPr>
            <a:lstStyle/>
            <a:p>
              <a:pPr>
                <a:lnSpc>
                  <a:spcPts val="3049"/>
                </a:lnSpc>
              </a:pPr>
              <a:r>
                <a:rPr lang="en-US" sz="2499">
                  <a:solidFill>
                    <a:srgbClr val="1B1A17"/>
                  </a:solidFill>
                  <a:latin typeface="IBM Plex Sans Bold"/>
                </a:rPr>
                <a:t>RESEARCH DESIGN - SURVEY </a:t>
              </a:r>
            </a:p>
          </p:txBody>
        </p:sp>
        <p:sp>
          <p:nvSpPr>
            <p:cNvPr id="12" name="TextBox 12"/>
            <p:cNvSpPr txBox="1"/>
            <p:nvPr/>
          </p:nvSpPr>
          <p:spPr>
            <a:xfrm>
              <a:off x="11101274" y="5838894"/>
              <a:ext cx="5268540" cy="504833"/>
            </a:xfrm>
            <a:prstGeom prst="rect">
              <a:avLst/>
            </a:prstGeom>
          </p:spPr>
          <p:txBody>
            <a:bodyPr lIns="0" tIns="0" rIns="0" bIns="0" rtlCol="0" anchor="t">
              <a:spAutoFit/>
            </a:bodyPr>
            <a:lstStyle/>
            <a:p>
              <a:pPr>
                <a:lnSpc>
                  <a:spcPts val="3705"/>
                </a:lnSpc>
              </a:pPr>
              <a:r>
                <a:rPr lang="en-US" sz="3900">
                  <a:solidFill>
                    <a:srgbClr val="1B1A17"/>
                  </a:solidFill>
                  <a:latin typeface="IBM Plex Sans Condensed Bold"/>
                </a:rPr>
                <a:t>ANTICIPATED RESULTS</a:t>
              </a:r>
            </a:p>
          </p:txBody>
        </p:sp>
        <p:sp>
          <p:nvSpPr>
            <p:cNvPr id="13" name="AutoShape 13"/>
            <p:cNvSpPr/>
            <p:nvPr/>
          </p:nvSpPr>
          <p:spPr>
            <a:xfrm>
              <a:off x="9717200" y="3778135"/>
              <a:ext cx="0" cy="6492240"/>
            </a:xfrm>
            <a:prstGeom prst="line">
              <a:avLst/>
            </a:prstGeom>
            <a:ln w="38100" cap="flat">
              <a:solidFill>
                <a:srgbClr val="000000"/>
              </a:solidFill>
              <a:prstDash val="sysDot"/>
              <a:headEnd type="none" w="sm" len="sm"/>
              <a:tailEnd type="none" w="sm" len="sm"/>
            </a:ln>
          </p:spPr>
          <p:txBody>
            <a:bodyPr/>
            <a:lstStyle/>
            <a:p>
              <a:endParaRPr lang="en-US"/>
            </a:p>
          </p:txBody>
        </p:sp>
        <p:sp>
          <p:nvSpPr>
            <p:cNvPr id="14" name="TextBox 14"/>
            <p:cNvSpPr txBox="1"/>
            <p:nvPr/>
          </p:nvSpPr>
          <p:spPr>
            <a:xfrm>
              <a:off x="10458313" y="6572327"/>
              <a:ext cx="7036589" cy="2490875"/>
            </a:xfrm>
            <a:prstGeom prst="rect">
              <a:avLst/>
            </a:prstGeom>
          </p:spPr>
          <p:txBody>
            <a:bodyPr lIns="0" tIns="0" rIns="0" bIns="0" rtlCol="0" anchor="t">
              <a:spAutoFit/>
            </a:bodyPr>
            <a:lstStyle/>
            <a:p>
              <a:pPr marL="496571" lvl="1" indent="-248285" algn="just">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Correlation between variables and attrition</a:t>
              </a:r>
            </a:p>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Reveal departmental or role-specific trends in attrition rates</a:t>
              </a:r>
            </a:p>
            <a:p>
              <a:pPr marL="496571" lvl="1" indent="-248285">
                <a:lnSpc>
                  <a:spcPts val="2806"/>
                </a:lnSpc>
                <a:buFont typeface="Arial"/>
                <a:buChar char="•"/>
              </a:pPr>
              <a:r>
                <a:rPr lang="en-US" sz="2300" dirty="0">
                  <a:solidFill>
                    <a:srgbClr val="1B1A17"/>
                  </a:solidFill>
                  <a:latin typeface="Arial" panose="020B0604020202020204" pitchFamily="34" charset="0"/>
                  <a:cs typeface="Arial" panose="020B0604020202020204" pitchFamily="34" charset="0"/>
                </a:rPr>
                <a:t>Gain valuable insights from the statistical method into the drivers of attrition and develop strategies to reduce turnover, improve retention and foster a more positive work environment </a:t>
              </a:r>
            </a:p>
          </p:txBody>
        </p:sp>
        <p:sp>
          <p:nvSpPr>
            <p:cNvPr id="15" name="TextBox 15"/>
            <p:cNvSpPr txBox="1"/>
            <p:nvPr/>
          </p:nvSpPr>
          <p:spPr>
            <a:xfrm>
              <a:off x="11101274" y="4035233"/>
              <a:ext cx="5268540" cy="504833"/>
            </a:xfrm>
            <a:prstGeom prst="rect">
              <a:avLst/>
            </a:prstGeom>
          </p:spPr>
          <p:txBody>
            <a:bodyPr lIns="0" tIns="0" rIns="0" bIns="0" rtlCol="0" anchor="t">
              <a:spAutoFit/>
            </a:bodyPr>
            <a:lstStyle/>
            <a:p>
              <a:pPr>
                <a:lnSpc>
                  <a:spcPts val="3705"/>
                </a:lnSpc>
              </a:pPr>
              <a:r>
                <a:rPr lang="en-US" sz="3900">
                  <a:solidFill>
                    <a:srgbClr val="1B1A17"/>
                  </a:solidFill>
                  <a:latin typeface="IBM Plex Sans Condensed Bold"/>
                </a:rPr>
                <a:t>STATISTICAL ANALYSIS</a:t>
              </a:r>
            </a:p>
          </p:txBody>
        </p:sp>
        <p:sp>
          <p:nvSpPr>
            <p:cNvPr id="16" name="TextBox 16"/>
            <p:cNvSpPr txBox="1"/>
            <p:nvPr/>
          </p:nvSpPr>
          <p:spPr>
            <a:xfrm>
              <a:off x="10062468" y="4778190"/>
              <a:ext cx="7828279" cy="736854"/>
            </a:xfrm>
            <a:prstGeom prst="rect">
              <a:avLst/>
            </a:prstGeom>
          </p:spPr>
          <p:txBody>
            <a:bodyPr lIns="0" tIns="0" rIns="0" bIns="0" rtlCol="0" anchor="t">
              <a:spAutoFit/>
            </a:bodyPr>
            <a:lstStyle/>
            <a:p>
              <a:pPr>
                <a:lnSpc>
                  <a:spcPts val="2928"/>
                </a:lnSpc>
              </a:pPr>
              <a:r>
                <a:rPr lang="en-US" sz="2400" dirty="0">
                  <a:solidFill>
                    <a:srgbClr val="1B1A17"/>
                  </a:solidFill>
                  <a:latin typeface="Arial" panose="020B0604020202020204" pitchFamily="34" charset="0"/>
                  <a:cs typeface="Arial" panose="020B0604020202020204" pitchFamily="34" charset="0"/>
                </a:rPr>
                <a:t>Quantify the strength and relationship between pairs of variables via Pearson’s correlation coefficient (r)</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E02F6A2-A8D6-E5FE-8176-A66C93262E55}"/>
              </a:ext>
            </a:extLst>
          </p:cNvPr>
          <p:cNvGrpSpPr/>
          <p:nvPr/>
        </p:nvGrpSpPr>
        <p:grpSpPr>
          <a:xfrm>
            <a:off x="0" y="-1393518"/>
            <a:ext cx="18288000" cy="11680518"/>
            <a:chOff x="0" y="-1393518"/>
            <a:chExt cx="18288000" cy="11680518"/>
          </a:xfrm>
        </p:grpSpPr>
        <p:sp>
          <p:nvSpPr>
            <p:cNvPr id="2" name="Freeform 2"/>
            <p:cNvSpPr/>
            <p:nvPr/>
          </p:nvSpPr>
          <p:spPr>
            <a:xfrm>
              <a:off x="11091678" y="1827750"/>
              <a:ext cx="6986343" cy="6497299"/>
            </a:xfrm>
            <a:custGeom>
              <a:avLst/>
              <a:gdLst/>
              <a:ahLst/>
              <a:cxnLst/>
              <a:rect l="l" t="t" r="r" b="b"/>
              <a:pathLst>
                <a:path w="6986343" h="6497299">
                  <a:moveTo>
                    <a:pt x="0" y="0"/>
                  </a:moveTo>
                  <a:lnTo>
                    <a:pt x="6986343" y="0"/>
                  </a:lnTo>
                  <a:lnTo>
                    <a:pt x="6986343" y="6497299"/>
                  </a:lnTo>
                  <a:lnTo>
                    <a:pt x="0" y="6497299"/>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3" name="Freeform 3"/>
            <p:cNvSpPr/>
            <p:nvPr/>
          </p:nvSpPr>
          <p:spPr>
            <a:xfrm flipH="1">
              <a:off x="0" y="-1393518"/>
              <a:ext cx="6545714" cy="4367776"/>
            </a:xfrm>
            <a:custGeom>
              <a:avLst/>
              <a:gdLst/>
              <a:ahLst/>
              <a:cxnLst/>
              <a:rect l="l" t="t" r="r" b="b"/>
              <a:pathLst>
                <a:path w="6545714" h="4367776">
                  <a:moveTo>
                    <a:pt x="6545714" y="0"/>
                  </a:moveTo>
                  <a:lnTo>
                    <a:pt x="0" y="0"/>
                  </a:lnTo>
                  <a:lnTo>
                    <a:pt x="0" y="4367777"/>
                  </a:lnTo>
                  <a:lnTo>
                    <a:pt x="6545714" y="4367777"/>
                  </a:lnTo>
                  <a:lnTo>
                    <a:pt x="654571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TextBox 4"/>
            <p:cNvSpPr txBox="1"/>
            <p:nvPr/>
          </p:nvSpPr>
          <p:spPr>
            <a:xfrm>
              <a:off x="6119735" y="510967"/>
              <a:ext cx="6939181" cy="682632"/>
            </a:xfrm>
            <a:prstGeom prst="rect">
              <a:avLst/>
            </a:prstGeom>
          </p:spPr>
          <p:txBody>
            <a:bodyPr lIns="0" tIns="0" rIns="0" bIns="0" rtlCol="0" anchor="t">
              <a:spAutoFit/>
            </a:bodyPr>
            <a:lstStyle/>
            <a:p>
              <a:pPr>
                <a:lnSpc>
                  <a:spcPts val="5035"/>
                </a:lnSpc>
              </a:pPr>
              <a:r>
                <a:rPr lang="en-US" sz="5300">
                  <a:solidFill>
                    <a:srgbClr val="1B1A17"/>
                  </a:solidFill>
                  <a:latin typeface="IBM Plex Sans Condensed Bold"/>
                </a:rPr>
                <a:t>TRAINING TAKEAWAYS</a:t>
              </a:r>
            </a:p>
          </p:txBody>
        </p:sp>
        <p:sp>
          <p:nvSpPr>
            <p:cNvPr id="5" name="Freeform 5"/>
            <p:cNvSpPr/>
            <p:nvPr/>
          </p:nvSpPr>
          <p:spPr>
            <a:xfrm flipV="1">
              <a:off x="15884719" y="8325049"/>
              <a:ext cx="2403281" cy="1961951"/>
            </a:xfrm>
            <a:custGeom>
              <a:avLst/>
              <a:gdLst/>
              <a:ahLst/>
              <a:cxnLst/>
              <a:rect l="l" t="t" r="r" b="b"/>
              <a:pathLst>
                <a:path w="2403281" h="1961951">
                  <a:moveTo>
                    <a:pt x="0" y="1961951"/>
                  </a:moveTo>
                  <a:lnTo>
                    <a:pt x="2403281" y="1961951"/>
                  </a:lnTo>
                  <a:lnTo>
                    <a:pt x="2403281" y="0"/>
                  </a:lnTo>
                  <a:lnTo>
                    <a:pt x="0" y="0"/>
                  </a:lnTo>
                  <a:lnTo>
                    <a:pt x="0" y="1961951"/>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Freeform 6"/>
            <p:cNvSpPr/>
            <p:nvPr/>
          </p:nvSpPr>
          <p:spPr>
            <a:xfrm flipV="1">
              <a:off x="16142295" y="8535324"/>
              <a:ext cx="2145705" cy="1751676"/>
            </a:xfrm>
            <a:custGeom>
              <a:avLst/>
              <a:gdLst/>
              <a:ahLst/>
              <a:cxnLst/>
              <a:rect l="l" t="t" r="r" b="b"/>
              <a:pathLst>
                <a:path w="2145705" h="1751676">
                  <a:moveTo>
                    <a:pt x="0" y="1751676"/>
                  </a:moveTo>
                  <a:lnTo>
                    <a:pt x="2145705" y="1751676"/>
                  </a:lnTo>
                  <a:lnTo>
                    <a:pt x="2145705" y="0"/>
                  </a:lnTo>
                  <a:lnTo>
                    <a:pt x="0" y="0"/>
                  </a:lnTo>
                  <a:lnTo>
                    <a:pt x="0" y="1751676"/>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7" name="TextBox 7"/>
            <p:cNvSpPr txBox="1"/>
            <p:nvPr/>
          </p:nvSpPr>
          <p:spPr>
            <a:xfrm>
              <a:off x="1401721" y="2239338"/>
              <a:ext cx="6965740" cy="384175"/>
            </a:xfrm>
            <a:prstGeom prst="rect">
              <a:avLst/>
            </a:prstGeom>
          </p:spPr>
          <p:txBody>
            <a:bodyPr lIns="0" tIns="0" rIns="0" bIns="0" rtlCol="0" anchor="t">
              <a:spAutoFit/>
            </a:bodyPr>
            <a:lstStyle/>
            <a:p>
              <a:pPr>
                <a:lnSpc>
                  <a:spcPts val="3049"/>
                </a:lnSpc>
              </a:pPr>
              <a:r>
                <a:rPr lang="en-US" sz="2499">
                  <a:solidFill>
                    <a:srgbClr val="304994"/>
                  </a:solidFill>
                  <a:latin typeface="IBM Plex Sans Bold"/>
                </a:rPr>
                <a:t>DEFINITIONS</a:t>
              </a:r>
            </a:p>
          </p:txBody>
        </p:sp>
        <p:sp>
          <p:nvSpPr>
            <p:cNvPr id="8" name="TextBox 8"/>
            <p:cNvSpPr txBox="1"/>
            <p:nvPr/>
          </p:nvSpPr>
          <p:spPr>
            <a:xfrm>
              <a:off x="1401721" y="2623514"/>
              <a:ext cx="6965740" cy="1994662"/>
            </a:xfrm>
            <a:prstGeom prst="rect">
              <a:avLst/>
            </a:prstGeom>
          </p:spPr>
          <p:txBody>
            <a:bodyPr lIns="0" tIns="0" rIns="0" bIns="0" rtlCol="0" anchor="t">
              <a:spAutoFit/>
            </a:bodyPr>
            <a:lstStyle/>
            <a:p>
              <a:pPr>
                <a:lnSpc>
                  <a:spcPts val="2684"/>
                </a:lnSpc>
              </a:pPr>
              <a:endParaRPr dirty="0"/>
            </a:p>
            <a:p>
              <a:pPr>
                <a:lnSpc>
                  <a:spcPts val="2684"/>
                </a:lnSpc>
              </a:pPr>
              <a:r>
                <a:rPr lang="en-US" sz="2200" dirty="0">
                  <a:solidFill>
                    <a:srgbClr val="1B1A17"/>
                  </a:solidFill>
                  <a:latin typeface="IBM Plex Sans Bold"/>
                </a:rPr>
                <a:t>Qualitative Research: </a:t>
              </a:r>
              <a:r>
                <a:rPr lang="en-US" sz="2200" dirty="0">
                  <a:solidFill>
                    <a:srgbClr val="1B1A17"/>
                  </a:solidFill>
                  <a:latin typeface="IBM Plex Sans"/>
                </a:rPr>
                <a:t>Explores 'why' behind behavior, delving into employee experiences.</a:t>
              </a:r>
            </a:p>
            <a:p>
              <a:pPr>
                <a:lnSpc>
                  <a:spcPts val="2684"/>
                </a:lnSpc>
              </a:pPr>
              <a:endParaRPr lang="en-US" sz="2200" dirty="0">
                <a:solidFill>
                  <a:srgbClr val="1B1A17"/>
                </a:solidFill>
                <a:latin typeface="IBM Plex Sans"/>
              </a:endParaRPr>
            </a:p>
            <a:p>
              <a:pPr>
                <a:lnSpc>
                  <a:spcPts val="2684"/>
                </a:lnSpc>
              </a:pPr>
              <a:r>
                <a:rPr lang="en-US" sz="2200" dirty="0">
                  <a:solidFill>
                    <a:srgbClr val="1B1A17"/>
                  </a:solidFill>
                  <a:latin typeface="IBM Plex Sans Bold"/>
                </a:rPr>
                <a:t>Quantitative Research:</a:t>
              </a:r>
              <a:r>
                <a:rPr lang="en-US" sz="2200" dirty="0">
                  <a:solidFill>
                    <a:srgbClr val="1B1A17"/>
                  </a:solidFill>
                  <a:latin typeface="IBM Plex Sans"/>
                </a:rPr>
                <a:t> Focuses on 'what and how many,' collecting numerical data for analysis.</a:t>
              </a:r>
            </a:p>
          </p:txBody>
        </p:sp>
        <p:sp>
          <p:nvSpPr>
            <p:cNvPr id="9" name="TextBox 9"/>
            <p:cNvSpPr txBox="1"/>
            <p:nvPr/>
          </p:nvSpPr>
          <p:spPr>
            <a:xfrm>
              <a:off x="1401721" y="7369503"/>
              <a:ext cx="6965740" cy="384175"/>
            </a:xfrm>
            <a:prstGeom prst="rect">
              <a:avLst/>
            </a:prstGeom>
          </p:spPr>
          <p:txBody>
            <a:bodyPr lIns="0" tIns="0" rIns="0" bIns="0" rtlCol="0" anchor="t">
              <a:spAutoFit/>
            </a:bodyPr>
            <a:lstStyle/>
            <a:p>
              <a:pPr>
                <a:lnSpc>
                  <a:spcPts val="3049"/>
                </a:lnSpc>
              </a:pPr>
              <a:r>
                <a:rPr lang="en-US" sz="2499">
                  <a:solidFill>
                    <a:srgbClr val="304994"/>
                  </a:solidFill>
                  <a:latin typeface="IBM Plex Sans Bold"/>
                </a:rPr>
                <a:t>BENEFITS</a:t>
              </a:r>
            </a:p>
          </p:txBody>
        </p:sp>
        <p:sp>
          <p:nvSpPr>
            <p:cNvPr id="10" name="TextBox 10"/>
            <p:cNvSpPr txBox="1"/>
            <p:nvPr/>
          </p:nvSpPr>
          <p:spPr>
            <a:xfrm>
              <a:off x="1401721" y="5451041"/>
              <a:ext cx="6965740" cy="1994662"/>
            </a:xfrm>
            <a:prstGeom prst="rect">
              <a:avLst/>
            </a:prstGeom>
          </p:spPr>
          <p:txBody>
            <a:bodyPr lIns="0" tIns="0" rIns="0" bIns="0" rtlCol="0" anchor="t">
              <a:spAutoFit/>
            </a:bodyPr>
            <a:lstStyle/>
            <a:p>
              <a:pPr>
                <a:lnSpc>
                  <a:spcPts val="2684"/>
                </a:lnSpc>
              </a:pPr>
              <a:r>
                <a:rPr lang="en-US" sz="2200">
                  <a:solidFill>
                    <a:srgbClr val="1B1A17"/>
                  </a:solidFill>
                  <a:latin typeface="IBM Plex Sans Bold"/>
                </a:rPr>
                <a:t>Qualitative: </a:t>
              </a:r>
              <a:r>
                <a:rPr lang="en-US" sz="2200">
                  <a:solidFill>
                    <a:srgbClr val="1B1A17"/>
                  </a:solidFill>
                  <a:latin typeface="IBM Plex Sans"/>
                </a:rPr>
                <a:t>Explores depth of experiences, perceptions, and behaviors.</a:t>
              </a:r>
            </a:p>
            <a:p>
              <a:pPr>
                <a:lnSpc>
                  <a:spcPts val="2684"/>
                </a:lnSpc>
              </a:pPr>
              <a:endParaRPr lang="en-US" sz="2200">
                <a:solidFill>
                  <a:srgbClr val="1B1A17"/>
                </a:solidFill>
                <a:latin typeface="IBM Plex Sans"/>
              </a:endParaRPr>
            </a:p>
            <a:p>
              <a:pPr>
                <a:lnSpc>
                  <a:spcPts val="2684"/>
                </a:lnSpc>
              </a:pPr>
              <a:r>
                <a:rPr lang="en-US" sz="2200">
                  <a:solidFill>
                    <a:srgbClr val="1B1A17"/>
                  </a:solidFill>
                  <a:latin typeface="IBM Plex Sans Bold"/>
                </a:rPr>
                <a:t>Quantitative:</a:t>
              </a:r>
              <a:r>
                <a:rPr lang="en-US" sz="2200">
                  <a:solidFill>
                    <a:srgbClr val="1B1A17"/>
                  </a:solidFill>
                  <a:latin typeface="IBM Plex Sans"/>
                </a:rPr>
                <a:t> Analyzes numerical data to identify trends in attrition rates.</a:t>
              </a:r>
            </a:p>
            <a:p>
              <a:pPr>
                <a:lnSpc>
                  <a:spcPts val="2684"/>
                </a:lnSpc>
              </a:pPr>
              <a:endParaRPr lang="en-US" sz="2200">
                <a:solidFill>
                  <a:srgbClr val="1B1A17"/>
                </a:solidFill>
                <a:latin typeface="IBM Plex Sans"/>
              </a:endParaRPr>
            </a:p>
          </p:txBody>
        </p:sp>
        <p:sp>
          <p:nvSpPr>
            <p:cNvPr id="11" name="TextBox 11"/>
            <p:cNvSpPr txBox="1"/>
            <p:nvPr/>
          </p:nvSpPr>
          <p:spPr>
            <a:xfrm>
              <a:off x="1401721" y="4866841"/>
              <a:ext cx="6965740" cy="384175"/>
            </a:xfrm>
            <a:prstGeom prst="rect">
              <a:avLst/>
            </a:prstGeom>
          </p:spPr>
          <p:txBody>
            <a:bodyPr lIns="0" tIns="0" rIns="0" bIns="0" rtlCol="0" anchor="t">
              <a:spAutoFit/>
            </a:bodyPr>
            <a:lstStyle/>
            <a:p>
              <a:pPr>
                <a:lnSpc>
                  <a:spcPts val="3049"/>
                </a:lnSpc>
              </a:pPr>
              <a:r>
                <a:rPr lang="en-US" sz="2499">
                  <a:solidFill>
                    <a:srgbClr val="304994"/>
                  </a:solidFill>
                  <a:latin typeface="IBM Plex Sans Bold"/>
                </a:rPr>
                <a:t>PRACTICAL APPLICATION</a:t>
              </a:r>
            </a:p>
          </p:txBody>
        </p:sp>
        <p:sp>
          <p:nvSpPr>
            <p:cNvPr id="12" name="TextBox 12"/>
            <p:cNvSpPr txBox="1"/>
            <p:nvPr/>
          </p:nvSpPr>
          <p:spPr>
            <a:xfrm>
              <a:off x="1401721" y="7991803"/>
              <a:ext cx="6965740" cy="1214120"/>
            </a:xfrm>
            <a:prstGeom prst="rect">
              <a:avLst/>
            </a:prstGeom>
          </p:spPr>
          <p:txBody>
            <a:bodyPr lIns="0" tIns="0" rIns="0" bIns="0" rtlCol="0" anchor="t">
              <a:spAutoFit/>
            </a:bodyPr>
            <a:lstStyle/>
            <a:p>
              <a:pPr marL="431802" lvl="1" indent="-215901">
                <a:lnSpc>
                  <a:spcPts val="2440"/>
                </a:lnSpc>
                <a:buFont typeface="Arial"/>
                <a:buChar char="•"/>
              </a:pPr>
              <a:r>
                <a:rPr lang="en-US" sz="2000" dirty="0">
                  <a:solidFill>
                    <a:srgbClr val="1B1A17"/>
                  </a:solidFill>
                  <a:latin typeface="IBM Plex Sans"/>
                </a:rPr>
                <a:t>Unique Perspectives: Both methods offer valuable insights.</a:t>
              </a:r>
            </a:p>
            <a:p>
              <a:pPr marL="431802" lvl="1" indent="-215901">
                <a:lnSpc>
                  <a:spcPts val="2440"/>
                </a:lnSpc>
                <a:buFont typeface="Arial"/>
                <a:buChar char="•"/>
              </a:pPr>
              <a:r>
                <a:rPr lang="en-US" sz="2000" dirty="0">
                  <a:solidFill>
                    <a:srgbClr val="1B1A17"/>
                  </a:solidFill>
                  <a:latin typeface="IBM Plex Sans"/>
                </a:rPr>
                <a:t>Enables Strategic Data Driven Decision-Making </a:t>
              </a:r>
            </a:p>
            <a:p>
              <a:pPr>
                <a:lnSpc>
                  <a:spcPts val="2440"/>
                </a:lnSpc>
              </a:pPr>
              <a:endParaRPr lang="en-US" sz="2000" dirty="0">
                <a:solidFill>
                  <a:srgbClr val="1B1A17"/>
                </a:solidFill>
                <a:latin typeface="IBM Plex Sans"/>
              </a:endParaRPr>
            </a:p>
          </p:txBody>
        </p:sp>
        <p:sp>
          <p:nvSpPr>
            <p:cNvPr id="13" name="TextBox 13"/>
            <p:cNvSpPr txBox="1"/>
            <p:nvPr/>
          </p:nvSpPr>
          <p:spPr>
            <a:xfrm>
              <a:off x="1401721" y="9625992"/>
              <a:ext cx="10972800" cy="286810"/>
            </a:xfrm>
            <a:prstGeom prst="rect">
              <a:avLst/>
            </a:prstGeom>
          </p:spPr>
          <p:txBody>
            <a:bodyPr wrap="square" lIns="0" tIns="0" rIns="0" bIns="0" rtlCol="0" anchor="t">
              <a:spAutoFit/>
            </a:bodyPr>
            <a:lstStyle/>
            <a:p>
              <a:pPr>
                <a:lnSpc>
                  <a:spcPts val="2520"/>
                </a:lnSpc>
              </a:pPr>
              <a:r>
                <a:rPr lang="en-US" sz="1400" dirty="0">
                  <a:solidFill>
                    <a:srgbClr val="000000"/>
                  </a:solidFill>
                  <a:latin typeface="Canva Sans Italics"/>
                </a:rPr>
                <a:t>Reference for materials used: </a:t>
              </a:r>
              <a:r>
                <a:rPr lang="en-US" sz="1400" b="0" i="0" dirty="0">
                  <a:solidFill>
                    <a:srgbClr val="262626"/>
                  </a:solidFill>
                  <a:effectLst/>
                  <a:latin typeface="Open Sans" panose="020B0606030504020204" pitchFamily="34" charset="0"/>
                </a:rPr>
                <a:t>Evans, A., &amp; Rooney, B. J. (2019). Methods in psychological research (4th ed.). SAGE.</a:t>
              </a:r>
              <a:endParaRPr lang="en-US" sz="1400" dirty="0">
                <a:solidFill>
                  <a:srgbClr val="000000"/>
                </a:solidFill>
                <a:latin typeface="Canva Sans Italic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1895</Words>
  <Application>Microsoft Office PowerPoint</Application>
  <PresentationFormat>Custom</PresentationFormat>
  <Paragraphs>142</Paragraphs>
  <Slides>6</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Calibri</vt:lpstr>
      <vt:lpstr>IBM Plex Sans Condensed Bold</vt:lpstr>
      <vt:lpstr>Söhne</vt:lpstr>
      <vt:lpstr>IBM Plex Sans Bold</vt:lpstr>
      <vt:lpstr>IBM Plex Sans Condensed Bold Italics</vt:lpstr>
      <vt:lpstr>Canva Sans Italics</vt:lpstr>
      <vt:lpstr>Arial</vt:lpstr>
      <vt:lpstr>Open Sans</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Qualitative and Quantitative Research - New Employee Training</dc:title>
  <dc:creator>Jaime Kozlik</dc:creator>
  <cp:lastModifiedBy>Jaime Kozlik</cp:lastModifiedBy>
  <cp:revision>2</cp:revision>
  <dcterms:created xsi:type="dcterms:W3CDTF">2006-08-16T00:00:00Z</dcterms:created>
  <dcterms:modified xsi:type="dcterms:W3CDTF">2024-02-05T21:19:21Z</dcterms:modified>
  <dc:identifier>DAF7sT-fZ2g</dc:identifier>
</cp:coreProperties>
</file>